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3e75378f824b7c" /><Relationship Type="http://schemas.openxmlformats.org/officeDocument/2006/relationships/extended-properties" Target="/docProps/app.xml" Id="R9b57c4eb9f2b4fa1" /><Relationship Type="http://schemas.openxmlformats.org/officeDocument/2006/relationships/officeDocument" Target="/ppt/presentation.xml" Id="Reab4834ceb164f5a" /></Relationships>
</file>

<file path=ppt/presentation.xml><?xml version="1.0" encoding="utf-8"?>
<p:presentation xmlns:p="http://schemas.openxmlformats.org/presentationml/2006/main">
  <p:sldMasterIdLst>
    <p:sldMasterId xmlns:r="http://schemas.openxmlformats.org/officeDocument/2006/relationships" id="2147483648" r:id="Ra84417d397e14a43"/>
  </p:sldMasterIdLst>
  <p:notesMasterIdLst>
    <p:notesMasterId xmlns:r="http://schemas.openxmlformats.org/officeDocument/2006/relationships" r:id="Rf4ef152135d049ce"/>
  </p:notesMasterIdLst>
  <p:sldIdLst>
    <p:sldId xmlns:r="http://schemas.openxmlformats.org/officeDocument/2006/relationships" id="256" r:id="R072a54de915d4204"/>
    <p:sldId xmlns:r="http://schemas.openxmlformats.org/officeDocument/2006/relationships" id="257" r:id="R4024c88915884f56"/>
    <p:sldId xmlns:r="http://schemas.openxmlformats.org/officeDocument/2006/relationships" id="258" r:id="Ra98d9ce49e034bbd"/>
    <p:sldId xmlns:r="http://schemas.openxmlformats.org/officeDocument/2006/relationships" id="259" r:id="R832475229e0c419c"/>
    <p:sldId xmlns:r="http://schemas.openxmlformats.org/officeDocument/2006/relationships" id="260" r:id="R6d4d09a496814201"/>
    <p:sldId xmlns:r="http://schemas.openxmlformats.org/officeDocument/2006/relationships" id="261" r:id="R0005651de9f64e11"/>
    <p:sldId xmlns:r="http://schemas.openxmlformats.org/officeDocument/2006/relationships" id="262" r:id="Rbd3d868531d44430"/>
    <p:sldId xmlns:r="http://schemas.openxmlformats.org/officeDocument/2006/relationships" id="263" r:id="Reb24aeb7ebe94305"/>
    <p:sldId xmlns:r="http://schemas.openxmlformats.org/officeDocument/2006/relationships" id="264" r:id="R8fbff0f6ef274bb5"/>
    <p:sldId xmlns:r="http://schemas.openxmlformats.org/officeDocument/2006/relationships" id="265" r:id="Rffd7a411f926436b"/>
    <p:sldId xmlns:r="http://schemas.openxmlformats.org/officeDocument/2006/relationships" id="266" r:id="R4c01a98ed6eb41ae"/>
    <p:sldId xmlns:r="http://schemas.openxmlformats.org/officeDocument/2006/relationships" id="267" r:id="R10bd88deba0c4543"/>
    <p:sldId xmlns:r="http://schemas.openxmlformats.org/officeDocument/2006/relationships" id="268" r:id="Rc3ac33082e524348"/>
    <p:sldId xmlns:r="http://schemas.openxmlformats.org/officeDocument/2006/relationships" id="269" r:id="Rcd8b67dcb9994d81"/>
    <p:sldId xmlns:r="http://schemas.openxmlformats.org/officeDocument/2006/relationships" id="270" r:id="Ra97ab1e21fcd4db1"/>
    <p:sldId xmlns:r="http://schemas.openxmlformats.org/officeDocument/2006/relationships" id="271" r:id="Rb93d0ba7b06c48c6"/>
    <p:sldId xmlns:r="http://schemas.openxmlformats.org/officeDocument/2006/relationships" id="272" r:id="R014c458749d54ff2"/>
    <p:sldId xmlns:r="http://schemas.openxmlformats.org/officeDocument/2006/relationships" id="273" r:id="R1328129a786c4b1e"/>
    <p:sldId xmlns:r="http://schemas.openxmlformats.org/officeDocument/2006/relationships" id="274" r:id="R91c1a7800ba84845"/>
    <p:sldId xmlns:r="http://schemas.openxmlformats.org/officeDocument/2006/relationships" id="275" r:id="R77417dd5d9484ddf"/>
    <p:sldId xmlns:r="http://schemas.openxmlformats.org/officeDocument/2006/relationships" id="276" r:id="Rdb18982af33b4881"/>
    <p:sldId xmlns:r="http://schemas.openxmlformats.org/officeDocument/2006/relationships" id="277" r:id="R724c23ea55864e02"/>
    <p:sldId xmlns:r="http://schemas.openxmlformats.org/officeDocument/2006/relationships" id="278" r:id="R11fb90440c574623"/>
    <p:sldId xmlns:r="http://schemas.openxmlformats.org/officeDocument/2006/relationships" id="279" r:id="Rf396c528a0c94d87"/>
    <p:sldId xmlns:r="http://schemas.openxmlformats.org/officeDocument/2006/relationships" id="280" r:id="Ra2354df516cf409c"/>
    <p:sldId xmlns:r="http://schemas.openxmlformats.org/officeDocument/2006/relationships" id="281" r:id="R17f6d24d44c54cd3"/>
    <p:sldId xmlns:r="http://schemas.openxmlformats.org/officeDocument/2006/relationships" id="282" r:id="R5d63047bed2541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740fb74a984014" /><Relationship Type="http://schemas.openxmlformats.org/officeDocument/2006/relationships/slideMaster" Target="/ppt/slideMasters/slideMaster1.xml" Id="Ra84417d397e14a43" /><Relationship Type="http://schemas.openxmlformats.org/officeDocument/2006/relationships/notesMaster" Target="/ppt/notesMasters/notesMaster1.xml" Id="Rf4ef152135d049ce" /><Relationship Type="http://schemas.openxmlformats.org/officeDocument/2006/relationships/presProps" Target="/ppt/presProps.xml" Id="Rb87ee1b19ebb4831" /><Relationship Type="http://schemas.openxmlformats.org/officeDocument/2006/relationships/tableStyles" Target="/ppt/tableStyles.xml" Id="R6dd9f7d46d094264" /><Relationship Type="http://schemas.openxmlformats.org/officeDocument/2006/relationships/slide" Target="/ppt/slides/slide1.xml" Id="R072a54de915d4204" /><Relationship Type="http://schemas.openxmlformats.org/officeDocument/2006/relationships/slide" Target="/ppt/slides/slide2.xml" Id="R4024c88915884f56" /><Relationship Type="http://schemas.openxmlformats.org/officeDocument/2006/relationships/slide" Target="/ppt/slides/slide3.xml" Id="Ra98d9ce49e034bbd" /><Relationship Type="http://schemas.openxmlformats.org/officeDocument/2006/relationships/slide" Target="/ppt/slides/slide4.xml" Id="R832475229e0c419c" /><Relationship Type="http://schemas.openxmlformats.org/officeDocument/2006/relationships/slide" Target="/ppt/slides/slide5.xml" Id="R6d4d09a496814201" /><Relationship Type="http://schemas.openxmlformats.org/officeDocument/2006/relationships/slide" Target="/ppt/slides/slide6.xml" Id="R0005651de9f64e11" /><Relationship Type="http://schemas.openxmlformats.org/officeDocument/2006/relationships/slide" Target="/ppt/slides/slide7.xml" Id="Rbd3d868531d44430" /><Relationship Type="http://schemas.openxmlformats.org/officeDocument/2006/relationships/slide" Target="/ppt/slides/slide8.xml" Id="Reb24aeb7ebe94305" /><Relationship Type="http://schemas.openxmlformats.org/officeDocument/2006/relationships/slide" Target="/ppt/slides/slide9.xml" Id="R8fbff0f6ef274bb5" /><Relationship Type="http://schemas.openxmlformats.org/officeDocument/2006/relationships/slide" Target="/ppt/slides/slide10.xml" Id="Rffd7a411f926436b" /><Relationship Type="http://schemas.openxmlformats.org/officeDocument/2006/relationships/slide" Target="/ppt/slides/slide11.xml" Id="R4c01a98ed6eb41ae" /><Relationship Type="http://schemas.openxmlformats.org/officeDocument/2006/relationships/slide" Target="/ppt/slides/slide12.xml" Id="R10bd88deba0c4543" /><Relationship Type="http://schemas.openxmlformats.org/officeDocument/2006/relationships/slide" Target="/ppt/slides/slide13.xml" Id="Rc3ac33082e524348" /><Relationship Type="http://schemas.openxmlformats.org/officeDocument/2006/relationships/slide" Target="/ppt/slides/slide14.xml" Id="Rcd8b67dcb9994d81" /><Relationship Type="http://schemas.openxmlformats.org/officeDocument/2006/relationships/slide" Target="/ppt/slides/slide15.xml" Id="Ra97ab1e21fcd4db1" /><Relationship Type="http://schemas.openxmlformats.org/officeDocument/2006/relationships/slide" Target="/ppt/slides/slide16.xml" Id="Rb93d0ba7b06c48c6" /><Relationship Type="http://schemas.openxmlformats.org/officeDocument/2006/relationships/slide" Target="/ppt/slides/slide17.xml" Id="R014c458749d54ff2" /><Relationship Type="http://schemas.openxmlformats.org/officeDocument/2006/relationships/slide" Target="/ppt/slides/slide18.xml" Id="R1328129a786c4b1e" /><Relationship Type="http://schemas.openxmlformats.org/officeDocument/2006/relationships/slide" Target="/ppt/slides/slide19.xml" Id="R91c1a7800ba84845" /><Relationship Type="http://schemas.openxmlformats.org/officeDocument/2006/relationships/slide" Target="/ppt/slides/slide20.xml" Id="R77417dd5d9484ddf" /><Relationship Type="http://schemas.openxmlformats.org/officeDocument/2006/relationships/slide" Target="/ppt/slides/slide21.xml" Id="Rdb18982af33b4881" /><Relationship Type="http://schemas.openxmlformats.org/officeDocument/2006/relationships/slide" Target="/ppt/slides/slide22.xml" Id="R724c23ea55864e02" /><Relationship Type="http://schemas.openxmlformats.org/officeDocument/2006/relationships/slide" Target="/ppt/slides/slide23.xml" Id="R11fb90440c574623" /><Relationship Type="http://schemas.openxmlformats.org/officeDocument/2006/relationships/slide" Target="/ppt/slides/slide24.xml" Id="Rf396c528a0c94d87" /><Relationship Type="http://schemas.openxmlformats.org/officeDocument/2006/relationships/slide" Target="/ppt/slides/slide25.xml" Id="Ra2354df516cf409c" /><Relationship Type="http://schemas.openxmlformats.org/officeDocument/2006/relationships/slide" Target="/ppt/slides/slide26.xml" Id="R17f6d24d44c54cd3" /><Relationship Type="http://schemas.openxmlformats.org/officeDocument/2006/relationships/slide" Target="/ppt/slides/slide27.xml" Id="R5d63047bed2541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e27882e6314b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a79ab7f8724707" /><Relationship Type="http://schemas.openxmlformats.org/officeDocument/2006/relationships/notesMaster" Target="/ppt/notesMasters/notesMaster1.xml" Id="R5de519cf44464f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4f81d3fc2940ec" /><Relationship Type="http://schemas.openxmlformats.org/officeDocument/2006/relationships/notesMaster" Target="/ppt/notesMasters/notesMaster1.xml" Id="Re14623782bd745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37d128df134f9b" /><Relationship Type="http://schemas.openxmlformats.org/officeDocument/2006/relationships/notesMaster" Target="/ppt/notesMasters/notesMaster1.xml" Id="R671cfe95cec64b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3e7bbdc8f483b" /><Relationship Type="http://schemas.openxmlformats.org/officeDocument/2006/relationships/notesMaster" Target="/ppt/notesMasters/notesMaster1.xml" Id="Rcf0f39f411754c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d756329c874aa1" /><Relationship Type="http://schemas.openxmlformats.org/officeDocument/2006/relationships/notesMaster" Target="/ppt/notesMasters/notesMaster1.xml" Id="Rf568791022a04c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a0bd2c4c8544fa" /><Relationship Type="http://schemas.openxmlformats.org/officeDocument/2006/relationships/notesMaster" Target="/ppt/notesMasters/notesMaster1.xml" Id="R401deabca81f48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ef7726e9184d8b" /><Relationship Type="http://schemas.openxmlformats.org/officeDocument/2006/relationships/notesMaster" Target="/ppt/notesMasters/notesMaster1.xml" Id="R0022ba5e30a44d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4cff8915842ff" /><Relationship Type="http://schemas.openxmlformats.org/officeDocument/2006/relationships/notesMaster" Target="/ppt/notesMasters/notesMaster1.xml" Id="Radc076b75b2d40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3ed709ca0d4bfc" /><Relationship Type="http://schemas.openxmlformats.org/officeDocument/2006/relationships/notesMaster" Target="/ppt/notesMasters/notesMaster1.xml" Id="Rdf3c9a0eb9c844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56ba805df84bbf" /><Relationship Type="http://schemas.openxmlformats.org/officeDocument/2006/relationships/notesMaster" Target="/ppt/notesMasters/notesMaster1.xml" Id="Re9f4bbadca5548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9d6a581bb04046" /><Relationship Type="http://schemas.openxmlformats.org/officeDocument/2006/relationships/notesMaster" Target="/ppt/notesMasters/notesMaster1.xml" Id="R6ad8df035ae642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c9dd9a8f8f43f8" /><Relationship Type="http://schemas.openxmlformats.org/officeDocument/2006/relationships/notesMaster" Target="/ppt/notesMasters/notesMaster1.xml" Id="R7ff5840e5ef94c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c90afa1eb04748" /><Relationship Type="http://schemas.openxmlformats.org/officeDocument/2006/relationships/notesMaster" Target="/ppt/notesMasters/notesMaster1.xml" Id="Rd687203d4fe443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526e226ddc419b" /><Relationship Type="http://schemas.openxmlformats.org/officeDocument/2006/relationships/notesMaster" Target="/ppt/notesMasters/notesMaster1.xml" Id="Re246e36cfdbd49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512d77a7a34965" /><Relationship Type="http://schemas.openxmlformats.org/officeDocument/2006/relationships/notesMaster" Target="/ppt/notesMasters/notesMaster1.xml" Id="R76fdb159bf904c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0f8d2c552848ae" /><Relationship Type="http://schemas.openxmlformats.org/officeDocument/2006/relationships/notesMaster" Target="/ppt/notesMasters/notesMaster1.xml" Id="R74da101ab35541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b37eb8cfa947f4" /><Relationship Type="http://schemas.openxmlformats.org/officeDocument/2006/relationships/notesMaster" Target="/ppt/notesMasters/notesMaster1.xml" Id="Raa5110f2d81c46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29df014c6949b0" /><Relationship Type="http://schemas.openxmlformats.org/officeDocument/2006/relationships/notesMaster" Target="/ppt/notesMasters/notesMaster1.xml" Id="R3f94f399a5f24f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6da3b14dd6433a" /><Relationship Type="http://schemas.openxmlformats.org/officeDocument/2006/relationships/notesMaster" Target="/ppt/notesMasters/notesMaster1.xml" Id="R0b2a29e746e348b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e8d9a143f84cb2" /><Relationship Type="http://schemas.openxmlformats.org/officeDocument/2006/relationships/notesMaster" Target="/ppt/notesMasters/notesMaster1.xml" Id="R3dba6845650e4d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8352d7bc2e46ee" /><Relationship Type="http://schemas.openxmlformats.org/officeDocument/2006/relationships/notesMaster" Target="/ppt/notesMasters/notesMaster1.xml" Id="R6ec4be44f8f243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696d3971734672" /><Relationship Type="http://schemas.openxmlformats.org/officeDocument/2006/relationships/notesMaster" Target="/ppt/notesMasters/notesMaster1.xml" Id="R087db56ef2cc4d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3f63522f4db41d8" /><Relationship Type="http://schemas.openxmlformats.org/officeDocument/2006/relationships/notesMaster" Target="/ppt/notesMasters/notesMaster1.xml" Id="Rcc5d6bf4e0ec42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abf9c135094340" /><Relationship Type="http://schemas.openxmlformats.org/officeDocument/2006/relationships/notesMaster" Target="/ppt/notesMasters/notesMaster1.xml" Id="R247b72c5a5424f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39ce64a7084f06" /><Relationship Type="http://schemas.openxmlformats.org/officeDocument/2006/relationships/notesMaster" Target="/ppt/notesMasters/notesMaster1.xml" Id="Rd6d18e5f823c447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c6136e8c540421c" /><Relationship Type="http://schemas.openxmlformats.org/officeDocument/2006/relationships/notesMaster" Target="/ppt/notesMasters/notesMaster1.xml" Id="Rd4ea2d19dd744c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4ace6a91ec4a74" /><Relationship Type="http://schemas.openxmlformats.org/officeDocument/2006/relationships/notesMaster" Target="/ppt/notesMasters/notesMaster1.xml" Id="Re8e83a2d68ed43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1–18; supplied corrected UML PDFs; Section_3_1_Database_Tables.docx. Scope is Sections 1.1 through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1–3. The SRS describes coordination, ambiguity, repeated work and traceability as the motivating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2–3. Implementation reference: D:/capstone_project/backend/app/execution/agent/declarative.py and execution/orchestrator/coding_orchestrator.py. Current local generation uses DECLARATIVE_CRUD for a supported unauthenticated single-entity application, not arbitrary unrestricted software synthesis.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9–10. These are requirement statements, not evidence of measured scalability, performance or security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9–10. These are requirement statements, not evidence of measured scalability, performance or security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11–13. Implementation reference: D:/capstone_project/backend/app/api/persistence.py, agents/model_client.py, execution/sandbox/Dockerfile and generated NoteKeeper backend/app/main.py. SRS describes SQLAlchemy generically; active platform persistence uses sqlite3. SQLAlchemy is used by generated NoteKeeper.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2, 13. Implementation reference: D:/capstone_project/backend/app/agents/pipeline.py. Offline execution is sequential: Product, AI/ML, Engineering, UX, Security, QA. Cloud mode may run UX and Security concurrently. Contradictions stop for human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14. Redrawn as native slide objects and aligned to current Docker execution rather than unrestricted OS-shell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15. D1 includes requirements/decisions nested in SQLite snapshots; D2 is the build-spec artifact; D3 is the generated repository. No separate ADR database table is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16. Source says parallel routing; this view follows the actual sequential offline implementation. ConflictResolver detects contradictions and requires review rather than silently choosing alternatives.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16. Implementation reference: D:/capstone_project/backend/app/execution/orchestrator/coding_orchestrator.py and repair/self_healing_loop.py. Source generation is current DECLARATIVE_CRUD. Backend repairs are at most three attempts; frontend/API/browser failures require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17–18. Main actor and API-supported actions retained. Agents are internal implementation components rather than external user actors. Source image and text use different UC numbering; this deck uses the four descriptive IDs from p. 18 and leaves the extra use cases unnumbered.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18. UC-03 and UC-04 follow the written use-case descriptions rather than different numbering in the embedded source figure. VS Code launch is gated by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C:/Users/HET/Downloads/ProjectForge_UML_Class_Diagram_A4.pdf, page 1. Rebuilt as editable native shapes from the corrected diagram model. Explain ProjectState, ProjectContext and BuildSpec inheritance. ProjectContext.build_spec is a serialized dict, not an object reference. Persistence serializes model values; nested collections use ordinary associations.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C:/Users/HET/Downloads/ProjectForge_UML_Class_Diagram_A4.pdf, page 2. Rebuilt as editable native shapes from the corrected diagram model. Each agent owns a separate harness. GeminiModelClient.__new__ reads Settings.LLM_PROVIDER and returns LocalModelClient for lmstudio. The providers are alternatives with no inheritance. Harness calls a bound generate callback.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C:/Users/HET/Downloads/ProjectForge_UML_Class_Diagram_A4.pdf, page 3. Rebuilt as editable native shapes from the corrected diagram model. Orchestrator constructs CodingAgent and TestRunner. Graph and scheduler are local variables, not permanent attributes. Scheduler and tool context refer to injected collaborators. Tests run through the SafeCommandExecutor.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C:/Users/HET/Downloads/ProjectForge_UML_Sequence_Diagrams_A4.pdf, page 1. Rebuilt as editable native shapes. Time flows downward. Success and heuristic fallback have different alternatives. Every persisted response follows the save. Clarify updates requirements, version and the next pending question; it does not rerun evaluate_requirements().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C:/Users/HET/Downloads/ProjectForge_UML_Sequence_Diagrams_A4.pdf, page 2. Rebuilt as editable native shapes. Analyze saves state, schedules a background coroutine, then returns started. Offline agents run Product, AI/ML, Engineering, UX, Security, QA. Validation failures or conflicts stop progress. SSE is an independent API stream that reads persistent events. PIPELINE_COMPLETED means planning returned normally; current code may still mark the specification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C:/Users/HET/Downloads/ProjectForge_UML_Sequence_Diagrams_A4.pdf, page 3. Rebuilt as editable native shapes. The API waits for shield(worker), even though execution uses a thread. Graph and scheduler are local. Source-complete and runtime-available guards control testing. Orchestrator may invoke at most three eligible backend repair attempts. Both report outcomes rejoin before persistence and the HTTP response. Unexpected API exceptions may return HTTP 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 3.1 and Table 3.7. Implementation reference: D:/capstone_project/backend/app/api/persistence.py. Database: backend/data/projects.sqlite3. project_id uses TEXT PRIMARY KEY without an explicit NOT NULL declaration. payload is JSON serialized into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Tables 3.2–3.3. Implementation reference: D:/capstone_project/backend/app/api/persistence.py. history.project_id is nullable; events.project_id is NOT NULL. Neither declares a foreign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Tables 3.4 and 3.7. NoteKeeper has its own backend/notes.db, separate from ProjectForge. Supplied blank text is rejected, but missing-field validation has a documented gap due to server defaults. No login/user table or timestamp columns are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Tables 3.5–3.7. Logical one-to-many links are application-maintained. sqlite_sequence is internal SQLite bookkeeping and the unused ORM projects table is not an active platform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31bf5058dc44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b07a625f6442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80d6b9540344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48c626472a44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232c0e1c3f46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3bfc682d5c48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32E332-2160-4032-B492-2BE6CB03F0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E5C6A3-71AA-4537-A714-8B54E3C59E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3F658A-C110-4AA0-8C9F-E23DAE244BE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4F2F32-CECC-44A5-976C-E94EBB277D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A516F1-E82E-4124-BFFB-093E8209C9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75B448-98AA-4728-8CD8-38BF58223A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B0B0A4-7BCD-4638-85BE-7516BCA267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635E6C-B202-4743-97A6-1282A6EB88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DB7A95-0A26-4B05-AAC9-FAB42BE440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000F3C-F925-4866-A189-5352A8D0AD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04bee9a7244448" /><Relationship Type="http://schemas.openxmlformats.org/officeDocument/2006/relationships/slideLayout" Target="/ppt/slideLayouts/slideLayout1.xml" Id="R409320063691406f" /><Relationship Type="http://schemas.openxmlformats.org/officeDocument/2006/relationships/slideLayout" Target="/ppt/slideLayouts/slideLayout2.xml" Id="Rea38eb0b1df34936" /><Relationship Type="http://schemas.openxmlformats.org/officeDocument/2006/relationships/slideLayout" Target="/ppt/slideLayouts/slideLayout3.xml" Id="R2c1a80c3bfae4575" /><Relationship Type="http://schemas.openxmlformats.org/officeDocument/2006/relationships/slideLayout" Target="/ppt/slideLayouts/slideLayout4.xml" Id="Rfa8f4a3f84cf42e1" /><Relationship Type="http://schemas.openxmlformats.org/officeDocument/2006/relationships/slideLayout" Target="/ppt/slideLayouts/slideLayout5.xml" Id="R69df930f9f1c4b88" /><Relationship Type="http://schemas.openxmlformats.org/officeDocument/2006/relationships/slideLayout" Target="/ppt/slideLayouts/slideLayout6.xml" Id="R174769236cda41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9320063691406f"/>
    <p:sldLayoutId xmlns:r="http://schemas.openxmlformats.org/officeDocument/2006/relationships" id="2147483650" r:id="Rea38eb0b1df34936"/>
    <p:sldLayoutId xmlns:r="http://schemas.openxmlformats.org/officeDocument/2006/relationships" id="2147483651" r:id="R2c1a80c3bfae4575"/>
    <p:sldLayoutId xmlns:r="http://schemas.openxmlformats.org/officeDocument/2006/relationships" id="2147483652" r:id="Rfa8f4a3f84cf42e1"/>
    <p:sldLayoutId xmlns:r="http://schemas.openxmlformats.org/officeDocument/2006/relationships" id="2147483653" r:id="R69df930f9f1c4b88"/>
    <p:sldLayoutId xmlns:r="http://schemas.openxmlformats.org/officeDocument/2006/relationships" id="2147483654" r:id="R174769236cda41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5a98c4e8d44eb8" /><Relationship Type="http://schemas.openxmlformats.org/officeDocument/2006/relationships/notesSlide" Target="/ppt/notesSlides/notesSlide1.xml" Id="Rc4da3c611a0248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87fb542b484cba" /><Relationship Type="http://schemas.openxmlformats.org/officeDocument/2006/relationships/notesSlide" Target="/ppt/notesSlides/notesSlide2.xml" Id="R67c2f9e1fdab4b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660c059b2c4bd4" /><Relationship Type="http://schemas.openxmlformats.org/officeDocument/2006/relationships/notesSlide" Target="/ppt/notesSlides/notesSlide3.xml" Id="Rbe3a28e80ff447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a70ec1d6e740e0" /><Relationship Type="http://schemas.openxmlformats.org/officeDocument/2006/relationships/notesSlide" Target="/ppt/notesSlides/notesSlide4.xml" Id="R0047a1d93be843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24341c2ae94b1b" /><Relationship Type="http://schemas.openxmlformats.org/officeDocument/2006/relationships/notesSlide" Target="/ppt/notesSlides/notesSlide5.xml" Id="Rc19e125dd5d14c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a6d74e094b4a8e" /><Relationship Type="http://schemas.openxmlformats.org/officeDocument/2006/relationships/notesSlide" Target="/ppt/notesSlides/notesSlide6.xml" Id="R71296c4d828149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0f6d419edd47be" /><Relationship Type="http://schemas.openxmlformats.org/officeDocument/2006/relationships/notesSlide" Target="/ppt/notesSlides/notesSlide7.xml" Id="R3f6d809812bb42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28cb91031b4c1e" /><Relationship Type="http://schemas.openxmlformats.org/officeDocument/2006/relationships/notesSlide" Target="/ppt/notesSlides/notesSlide8.xml" Id="R00064cfa814f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ff0cc0fefe04efe" /><Relationship Type="http://schemas.openxmlformats.org/officeDocument/2006/relationships/notesSlide" Target="/ppt/notesSlides/notesSlide9.xml" Id="Rcaf429c881dd41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22f8924ba634ff2" /><Relationship Type="http://schemas.openxmlformats.org/officeDocument/2006/relationships/notesSlide" Target="/ppt/notesSlides/notesSlide10.xml" Id="R347337ad487b47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c63c4794b04ebb" /><Relationship Type="http://schemas.openxmlformats.org/officeDocument/2006/relationships/notesSlide" Target="/ppt/notesSlides/notesSlide11.xml" Id="R16aeeb8b07b741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99a8e4baaa64f23" /><Relationship Type="http://schemas.openxmlformats.org/officeDocument/2006/relationships/notesSlide" Target="/ppt/notesSlides/notesSlide12.xml" Id="R364affaffc1a4f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ed4f9d101d4901" /><Relationship Type="http://schemas.openxmlformats.org/officeDocument/2006/relationships/notesSlide" Target="/ppt/notesSlides/notesSlide13.xml" Id="Rf1fb6ad30ae347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263a0b03a74695" /><Relationship Type="http://schemas.openxmlformats.org/officeDocument/2006/relationships/notesSlide" Target="/ppt/notesSlides/notesSlide14.xml" Id="R446bd3a2c1c249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124d78a754d429c" /><Relationship Type="http://schemas.openxmlformats.org/officeDocument/2006/relationships/notesSlide" Target="/ppt/notesSlides/notesSlide15.xml" Id="Rfa2582ba9f254d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1d040d3d29b43ea" /><Relationship Type="http://schemas.openxmlformats.org/officeDocument/2006/relationships/notesSlide" Target="/ppt/notesSlides/notesSlide16.xml" Id="R3f597c334a8444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66d696db0954c0c" /><Relationship Type="http://schemas.openxmlformats.org/officeDocument/2006/relationships/notesSlide" Target="/ppt/notesSlides/notesSlide17.xml" Id="R10daafe5113b40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df784068f94197" /><Relationship Type="http://schemas.openxmlformats.org/officeDocument/2006/relationships/notesSlide" Target="/ppt/notesSlides/notesSlide18.xml" Id="R966eb47ea5954a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8440d24cef24381" /><Relationship Type="http://schemas.openxmlformats.org/officeDocument/2006/relationships/notesSlide" Target="/ppt/notesSlides/notesSlide19.xml" Id="R06778a3b425548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b8a9f7e6f8644a9" /><Relationship Type="http://schemas.openxmlformats.org/officeDocument/2006/relationships/notesSlide" Target="/ppt/notesSlides/notesSlide20.xml" Id="Rfbd795a7741340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99b28e097044dbe" /><Relationship Type="http://schemas.openxmlformats.org/officeDocument/2006/relationships/notesSlide" Target="/ppt/notesSlides/notesSlide21.xml" Id="Rcfd99e0422724b5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fc2454eb3904616" /><Relationship Type="http://schemas.openxmlformats.org/officeDocument/2006/relationships/notesSlide" Target="/ppt/notesSlides/notesSlide22.xml" Id="Rbb605e5b1b6b4c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b2c40295762454e" /><Relationship Type="http://schemas.openxmlformats.org/officeDocument/2006/relationships/notesSlide" Target="/ppt/notesSlides/notesSlide23.xml" Id="R84dd124300b44d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72d6f71578348c1" /><Relationship Type="http://schemas.openxmlformats.org/officeDocument/2006/relationships/notesSlide" Target="/ppt/notesSlides/notesSlide24.xml" Id="R5417c1e6dfda45d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3789245170d497f" /><Relationship Type="http://schemas.openxmlformats.org/officeDocument/2006/relationships/notesSlide" Target="/ppt/notesSlides/notesSlide25.xml" Id="R849969f0f9964ff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69055a4ffc04edc" /><Relationship Type="http://schemas.openxmlformats.org/officeDocument/2006/relationships/notesSlide" Target="/ppt/notesSlides/notesSlide26.xml" Id="Rf40c4104822e44e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a908b83120240a8" /><Relationship Type="http://schemas.openxmlformats.org/officeDocument/2006/relationships/notesSlide" Target="/ppt/notesSlides/notesSlide27.xml" Id="Rc1c8a23cbcd34f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TECH SEMESTER VII PROJECT REVIEW">
            <a:extLst xmlns:a="http://schemas.openxmlformats.org/drawingml/2006/main">
              <a:ext uri="{FF2B5EF4-FFF2-40B4-BE49-F238E27FC236}">
                <a16:creationId xmlns:a16="http://schemas.microsoft.com/office/drawing/2014/main" id="{BB254317-B713-48C9-A94C-E8F6BF67FCEC}"/>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B.TECH SEMESTER VII PROJECT REVIEW</a:t>
            </a:r>
          </a:p>
        </p:txBody>
      </p:sp>
      <p:sp>
        <p:nvSpPr>
          <p:cNvPr id="2" name="">
            <a:extLst xmlns:a="http://schemas.openxmlformats.org/drawingml/2006/main">
              <a:ext uri="{FF2B5EF4-FFF2-40B4-BE49-F238E27FC236}">
                <a16:creationId xmlns:a16="http://schemas.microsoft.com/office/drawing/2014/main" id="{663D8F0F-BEE9-446D-9DD8-7E035E25392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r>
              <a:t/>
            </a:r>
          </a:p>
        </p:txBody>
      </p:sp>
      <p:sp>
        <p:nvSpPr>
          <p:cNvPr id="3" name="PROJECTFORGE AI">
            <a:extLst xmlns:a="http://schemas.openxmlformats.org/drawingml/2006/main">
              <a:ext uri="{FF2B5EF4-FFF2-40B4-BE49-F238E27FC236}">
                <a16:creationId xmlns:a16="http://schemas.microsoft.com/office/drawing/2014/main" id="{445C6659-6757-4D7F-ACC3-A565C821467D}"/>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1">
            <a:extLst xmlns:a="http://schemas.openxmlformats.org/drawingml/2006/main">
              <a:ext uri="{FF2B5EF4-FFF2-40B4-BE49-F238E27FC236}">
                <a16:creationId xmlns:a16="http://schemas.microsoft.com/office/drawing/2014/main" id="{0BECE2C9-A5BC-4C2F-8081-4420647CFF6A}"/>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01</a:t>
            </a:r>
          </a:p>
        </p:txBody>
      </p:sp>
      <p:sp>
        <p:nvSpPr>
          <p:cNvPr id="5" name="PROJECTFORGE AI">
            <a:extLst xmlns:a="http://schemas.openxmlformats.org/drawingml/2006/main">
              <a:ext uri="{FF2B5EF4-FFF2-40B4-BE49-F238E27FC236}">
                <a16:creationId xmlns:a16="http://schemas.microsoft.com/office/drawing/2014/main" id="{964E8E5E-1A2A-46CF-99E8-E3B2F37F8C94}"/>
              </a:ext>
            </a:extLst>
          </p:cNvPr>
          <p:cNvSpPr>
            <a:spLocks xmlns:a="http://schemas.openxmlformats.org/drawingml/2006/main" noGrp="1"/>
          </p:cNvSpPr>
          <p:nvPr/>
        </p:nvSpPr>
        <p:spPr>
          <a:xfrm xmlns:a="http://schemas.openxmlformats.org/drawingml/2006/main">
            <a:off x="533400" y="1809750"/>
            <a:ext cx="1114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950" b="1">
                <a:solidFill>
                  <a:srgbClr val="132C43"/>
                </a:solidFill>
                <a:latin typeface="Arial"/>
                <a:ea typeface="Arial"/>
                <a:cs typeface="Arial"/>
              </a:defRPr>
            </a:defPPr>
          </a:lstStyle>
          <a:p xmlns:a="http://schemas.openxmlformats.org/drawingml/2006/main">
            <a:pPr algn="l">
              <a:lnSpc>
                <a:spcPct val="104000"/>
              </a:lnSpc>
              <a:buNone/>
              <a:defRPr sz="4950" b="1">
                <a:solidFill>
                  <a:srgbClr val="132C43"/>
                </a:solidFill>
                <a:latin typeface="Arial"/>
                <a:ea typeface="Arial"/>
                <a:cs typeface="Arial"/>
              </a:defRPr>
            </a:pPr>
            <a:r>
              <a:rPr sz="4950" b="1">
                <a:solidFill>
                  <a:srgbClr val="132C43"/>
                </a:solidFill>
                <a:latin typeface="Arial"/>
                <a:ea typeface="Arial"/>
                <a:cs typeface="Arial"/>
              </a:rPr>
              <a:t>PROJECTFORGE AI</a:t>
            </a:r>
          </a:p>
        </p:txBody>
      </p:sp>
      <p:sp>
        <p:nvSpPr>
          <p:cNvPr id="6" name="Software engineering with specialist AI agents">
            <a:extLst xmlns:a="http://schemas.openxmlformats.org/drawingml/2006/main">
              <a:ext uri="{FF2B5EF4-FFF2-40B4-BE49-F238E27FC236}">
                <a16:creationId xmlns:a16="http://schemas.microsoft.com/office/drawing/2014/main" id="{BA86EBCD-0B2A-4273-9027-1923845625BB}"/>
              </a:ext>
            </a:extLst>
          </p:cNvPr>
          <p:cNvSpPr>
            <a:spLocks xmlns:a="http://schemas.openxmlformats.org/drawingml/2006/main" noGrp="1"/>
          </p:cNvSpPr>
          <p:nvPr/>
        </p:nvSpPr>
        <p:spPr>
          <a:xfrm xmlns:a="http://schemas.openxmlformats.org/drawingml/2006/main">
            <a:off x="571500" y="2809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0">
                <a:solidFill>
                  <a:srgbClr val="263746"/>
                </a:solidFill>
                <a:latin typeface="Arial"/>
                <a:ea typeface="Arial"/>
                <a:cs typeface="Arial"/>
              </a:defRPr>
            </a:defPPr>
          </a:lstStyle>
          <a:p xmlns:a="http://schemas.openxmlformats.org/drawingml/2006/main">
            <a:pPr algn="l">
              <a:lnSpc>
                <a:spcPct val="104000"/>
              </a:lnSpc>
              <a:buNone/>
              <a:defRPr sz="2700" b="0">
                <a:solidFill>
                  <a:srgbClr val="263746"/>
                </a:solidFill>
                <a:latin typeface="Arial"/>
                <a:ea typeface="Arial"/>
                <a:cs typeface="Arial"/>
              </a:defRPr>
            </a:pPr>
            <a:r>
              <a:rPr sz="2700" b="0">
                <a:solidFill>
                  <a:srgbClr val="263746"/>
                </a:solidFill>
                <a:latin typeface="Arial"/>
                <a:ea typeface="Arial"/>
                <a:cs typeface="Arial"/>
              </a:rPr>
              <a:t>Software engineering with specialist AI agents</a:t>
            </a:r>
          </a:p>
        </p:txBody>
      </p:sp>
      <p:sp>
        <p:nvSpPr>
          <p:cNvPr id="7" name="Problem definition, requirements and technologies&#10;System design and da">
            <a:extLst xmlns:a="http://schemas.openxmlformats.org/drawingml/2006/main">
              <a:ext uri="{FF2B5EF4-FFF2-40B4-BE49-F238E27FC236}">
                <a16:creationId xmlns:a16="http://schemas.microsoft.com/office/drawing/2014/main" id="{E61B1047-D82B-443C-9ECF-BF618F81200A}"/>
              </a:ext>
            </a:extLst>
          </p:cNvPr>
          <p:cNvSpPr>
            <a:spLocks xmlns:a="http://schemas.openxmlformats.org/drawingml/2006/main" noGrp="1"/>
          </p:cNvSpPr>
          <p:nvPr/>
        </p:nvSpPr>
        <p:spPr>
          <a:xfrm xmlns:a="http://schemas.openxmlformats.org/drawingml/2006/main">
            <a:off x="571500" y="428625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5D6B77"/>
                </a:solidFill>
                <a:latin typeface="Arial"/>
                <a:ea typeface="Arial"/>
                <a:cs typeface="Arial"/>
              </a:defRPr>
            </a:defPPr>
          </a:lstStyle>
          <a:p xmlns:a="http://schemas.openxmlformats.org/drawingml/2006/main">
            <a:pPr algn="l">
              <a:lnSpc>
                <a:spcPct val="104000"/>
              </a:lnSpc>
              <a:buNone/>
              <a:defRPr sz="2100" b="0">
                <a:solidFill>
                  <a:srgbClr val="5D6B77"/>
                </a:solidFill>
                <a:latin typeface="Arial"/>
                <a:ea typeface="Arial"/>
                <a:cs typeface="Arial"/>
              </a:defRPr>
            </a:pPr>
            <a:r>
              <a:rPr sz="2100" b="0">
                <a:solidFill>
                  <a:srgbClr val="5D6B77"/>
                </a:solidFill>
                <a:latin typeface="Arial"/>
                <a:ea typeface="Arial"/>
                <a:cs typeface="Arial"/>
              </a:rPr>
              <a:t>Problem definition, requirements and technologies</a:t>
            </a:r>
          </a:p>
          <a:p xmlns:a="http://schemas.openxmlformats.org/drawingml/2006/main">
            <a:pPr algn="l">
              <a:lnSpc>
                <a:spcPct val="104000"/>
              </a:lnSpc>
              <a:buNone/>
              <a:defRPr sz="2100" b="0">
                <a:solidFill>
                  <a:srgbClr val="5D6B77"/>
                </a:solidFill>
                <a:latin typeface="Arial"/>
                <a:ea typeface="Arial"/>
                <a:cs typeface="Arial"/>
              </a:defRPr>
            </a:pPr>
            <a:r>
              <a:rPr sz="2100" b="0">
                <a:solidFill>
                  <a:srgbClr val="5D6B77"/>
                </a:solidFill>
                <a:latin typeface="Arial"/>
                <a:ea typeface="Arial"/>
                <a:cs typeface="Arial"/>
              </a:rPr>
              <a:t>System design and database tables</a:t>
            </a:r>
          </a:p>
        </p:txBody>
      </p:sp>
      <p:sp>
        <p:nvSpPr>
          <p:cNvPr id="8" name="Sections 1.1–3.1">
            <a:extLst xmlns:a="http://schemas.openxmlformats.org/drawingml/2006/main">
              <a:ext uri="{FF2B5EF4-FFF2-40B4-BE49-F238E27FC236}">
                <a16:creationId xmlns:a16="http://schemas.microsoft.com/office/drawing/2014/main" id="{13317955-265C-43F9-9D88-26D7BAE15FD7}"/>
              </a:ext>
            </a:extLst>
          </p:cNvPr>
          <p:cNvSpPr>
            <a:spLocks xmlns:a="http://schemas.openxmlformats.org/drawingml/2006/main" noGrp="1"/>
          </p:cNvSpPr>
          <p:nvPr/>
        </p:nvSpPr>
        <p:spPr>
          <a:xfrm xmlns:a="http://schemas.openxmlformats.org/drawingml/2006/main">
            <a:off x="571500" y="561022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87E8B"/>
                </a:solidFill>
                <a:latin typeface="Arial"/>
                <a:ea typeface="Arial"/>
                <a:cs typeface="Arial"/>
              </a:defRPr>
            </a:defPPr>
          </a:lstStyle>
          <a:p xmlns:a="http://schemas.openxmlformats.org/drawingml/2006/main">
            <a:pPr algn="l">
              <a:lnSpc>
                <a:spcPct val="104000"/>
              </a:lnSpc>
              <a:buNone/>
              <a:defRPr sz="1650" b="1">
                <a:solidFill>
                  <a:srgbClr val="087E8B"/>
                </a:solidFill>
                <a:latin typeface="Arial"/>
                <a:ea typeface="Arial"/>
                <a:cs typeface="Arial"/>
              </a:defRPr>
            </a:pPr>
            <a:r>
              <a:rPr sz="1650" b="1">
                <a:solidFill>
                  <a:srgbClr val="087E8B"/>
                </a:solidFill>
                <a:latin typeface="Arial"/>
                <a:ea typeface="Arial"/>
                <a:cs typeface="Arial"/>
              </a:rPr>
              <a:t>Sections 1.1–3.1</a:t>
            </a:r>
          </a:p>
        </p:txBody>
      </p:sp>
    </p:spTree>
    <p:extLst>
      <p:ext uri="{BB962C8B-B14F-4D97-AF65-F5344CB8AC3E}">
        <p14:creationId xmlns:p14="http://schemas.microsoft.com/office/powerpoint/2010/main" val="7385681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1.1 ABOUT THE SYSTEM">
            <a:extLst xmlns:a="http://schemas.openxmlformats.org/drawingml/2006/main">
              <a:ext uri="{FF2B5EF4-FFF2-40B4-BE49-F238E27FC236}">
                <a16:creationId xmlns:a16="http://schemas.microsoft.com/office/drawing/2014/main" id="{FF58A104-DFA8-4013-9809-9F6D5E3E494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1.1 ABOUT THE SYSTEM</a:t>
            </a:r>
          </a:p>
        </p:txBody>
      </p:sp>
      <p:sp>
        <p:nvSpPr>
          <p:cNvPr id="2" name="Problem definition">
            <a:extLst xmlns:a="http://schemas.openxmlformats.org/drawingml/2006/main">
              <a:ext uri="{FF2B5EF4-FFF2-40B4-BE49-F238E27FC236}">
                <a16:creationId xmlns:a16="http://schemas.microsoft.com/office/drawing/2014/main" id="{88F0C82D-2801-4E95-BA96-994E7C20A7D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Problem definition</a:t>
            </a:r>
          </a:p>
        </p:txBody>
      </p:sp>
      <p:sp>
        <p:nvSpPr>
          <p:cNvPr id="3" name="PROJECTFORGE AI">
            <a:extLst xmlns:a="http://schemas.openxmlformats.org/drawingml/2006/main">
              <a:ext uri="{FF2B5EF4-FFF2-40B4-BE49-F238E27FC236}">
                <a16:creationId xmlns:a16="http://schemas.microsoft.com/office/drawing/2014/main" id="{929F65E5-0F19-4428-B76F-7E874AA5ACB7}"/>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2">
            <a:extLst xmlns:a="http://schemas.openxmlformats.org/drawingml/2006/main">
              <a:ext uri="{FF2B5EF4-FFF2-40B4-BE49-F238E27FC236}">
                <a16:creationId xmlns:a16="http://schemas.microsoft.com/office/drawing/2014/main" id="{C3B76093-7ACE-4E86-8684-2B791F8FD8C3}"/>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02</a:t>
            </a:r>
          </a:p>
        </p:txBody>
      </p:sp>
      <p:sp>
        <p:nvSpPr>
          <p:cNvPr id="5" name="Ambiguous ideas">
            <a:extLst xmlns:a="http://schemas.openxmlformats.org/drawingml/2006/main">
              <a:ext uri="{FF2B5EF4-FFF2-40B4-BE49-F238E27FC236}">
                <a16:creationId xmlns:a16="http://schemas.microsoft.com/office/drawing/2014/main" id="{68681DF6-C4F1-4F20-A189-A5A8437672D3}"/>
              </a:ext>
            </a:extLst>
          </p:cNvPr>
          <p:cNvSpPr>
            <a:spLocks xmlns:a="http://schemas.openxmlformats.org/drawingml/2006/main" noGrp="1"/>
          </p:cNvSpPr>
          <p:nvPr/>
        </p:nvSpPr>
        <p:spPr>
          <a:xfrm xmlns:a="http://schemas.openxmlformats.org/drawingml/2006/main">
            <a:off x="571500" y="15621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Ambiguous ideas</a:t>
            </a:r>
          </a:p>
        </p:txBody>
      </p:sp>
      <p:sp>
        <p:nvSpPr>
          <p:cNvPr id="6" name="A project prompt often omits requirements, constraints or acceptance c">
            <a:extLst xmlns:a="http://schemas.openxmlformats.org/drawingml/2006/main">
              <a:ext uri="{FF2B5EF4-FFF2-40B4-BE49-F238E27FC236}">
                <a16:creationId xmlns:a16="http://schemas.microsoft.com/office/drawing/2014/main" id="{8C4A2E59-551A-4FD7-825B-1ECA29550945}"/>
              </a:ext>
            </a:extLst>
          </p:cNvPr>
          <p:cNvSpPr>
            <a:spLocks xmlns:a="http://schemas.openxmlformats.org/drawingml/2006/main" noGrp="1"/>
          </p:cNvSpPr>
          <p:nvPr/>
        </p:nvSpPr>
        <p:spPr>
          <a:xfrm xmlns:a="http://schemas.openxmlformats.org/drawingml/2006/main">
            <a:off x="4048125" y="156210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A project prompt often omits requirements, constraints or acceptance criteria.</a:t>
            </a:r>
          </a:p>
        </p:txBody>
      </p:sp>
      <p:sp>
        <p:nvSpPr>
          <p:cNvPr id="7" name="Fragmented development">
            <a:extLst xmlns:a="http://schemas.openxmlformats.org/drawingml/2006/main">
              <a:ext uri="{FF2B5EF4-FFF2-40B4-BE49-F238E27FC236}">
                <a16:creationId xmlns:a16="http://schemas.microsoft.com/office/drawing/2014/main" id="{E99DD8EC-AC64-4F0D-9E4A-0C79E2F22DF2}"/>
              </a:ext>
            </a:extLst>
          </p:cNvPr>
          <p:cNvSpPr>
            <a:spLocks xmlns:a="http://schemas.openxmlformats.org/drawingml/2006/main" noGrp="1"/>
          </p:cNvSpPr>
          <p:nvPr/>
        </p:nvSpPr>
        <p:spPr>
          <a:xfrm xmlns:a="http://schemas.openxmlformats.org/drawingml/2006/main">
            <a:off x="571500" y="260985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Fragmented development</a:t>
            </a:r>
          </a:p>
        </p:txBody>
      </p:sp>
      <p:sp>
        <p:nvSpPr>
          <p:cNvPr id="8" name="Planning, coding and testing use separate tools and disconnected decis">
            <a:extLst xmlns:a="http://schemas.openxmlformats.org/drawingml/2006/main">
              <a:ext uri="{FF2B5EF4-FFF2-40B4-BE49-F238E27FC236}">
                <a16:creationId xmlns:a16="http://schemas.microsoft.com/office/drawing/2014/main" id="{56714516-F798-4CE2-828B-AB97F2B35569}"/>
              </a:ext>
            </a:extLst>
          </p:cNvPr>
          <p:cNvSpPr>
            <a:spLocks xmlns:a="http://schemas.openxmlformats.org/drawingml/2006/main" noGrp="1"/>
          </p:cNvSpPr>
          <p:nvPr/>
        </p:nvSpPr>
        <p:spPr>
          <a:xfrm xmlns:a="http://schemas.openxmlformats.org/drawingml/2006/main">
            <a:off x="4048125" y="26098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Planning, coding and testing use separate tools and disconnected decisions.</a:t>
            </a:r>
          </a:p>
        </p:txBody>
      </p:sp>
      <p:sp>
        <p:nvSpPr>
          <p:cNvPr id="9" name="Repeated work">
            <a:extLst xmlns:a="http://schemas.openxmlformats.org/drawingml/2006/main">
              <a:ext uri="{FF2B5EF4-FFF2-40B4-BE49-F238E27FC236}">
                <a16:creationId xmlns:a16="http://schemas.microsoft.com/office/drawing/2014/main" id="{A2057993-6BA5-4E71-9C9D-81AE7945F2B2}"/>
              </a:ext>
            </a:extLst>
          </p:cNvPr>
          <p:cNvSpPr>
            <a:spLocks xmlns:a="http://schemas.openxmlformats.org/drawingml/2006/main" noGrp="1"/>
          </p:cNvSpPr>
          <p:nvPr/>
        </p:nvSpPr>
        <p:spPr>
          <a:xfrm xmlns:a="http://schemas.openxmlformats.org/drawingml/2006/main">
            <a:off x="571500" y="36576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Repeated work</a:t>
            </a:r>
          </a:p>
        </p:txBody>
      </p:sp>
      <p:sp>
        <p:nvSpPr>
          <p:cNvPr id="10" name="Similar projects repeat architecture selection, file setup and verific">
            <a:extLst xmlns:a="http://schemas.openxmlformats.org/drawingml/2006/main">
              <a:ext uri="{FF2B5EF4-FFF2-40B4-BE49-F238E27FC236}">
                <a16:creationId xmlns:a16="http://schemas.microsoft.com/office/drawing/2014/main" id="{9CE0BBF2-128E-4969-B2CD-14F877DF069D}"/>
              </a:ext>
            </a:extLst>
          </p:cNvPr>
          <p:cNvSpPr>
            <a:spLocks xmlns:a="http://schemas.openxmlformats.org/drawingml/2006/main" noGrp="1"/>
          </p:cNvSpPr>
          <p:nvPr/>
        </p:nvSpPr>
        <p:spPr>
          <a:xfrm xmlns:a="http://schemas.openxmlformats.org/drawingml/2006/main">
            <a:off x="4048125" y="365760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Similar projects repeat architecture selection, file setup and verification.</a:t>
            </a:r>
          </a:p>
        </p:txBody>
      </p:sp>
      <p:sp>
        <p:nvSpPr>
          <p:cNvPr id="11" name="Weak traceability">
            <a:extLst xmlns:a="http://schemas.openxmlformats.org/drawingml/2006/main">
              <a:ext uri="{FF2B5EF4-FFF2-40B4-BE49-F238E27FC236}">
                <a16:creationId xmlns:a16="http://schemas.microsoft.com/office/drawing/2014/main" id="{5289E27E-4CC2-42C9-B04F-8DA291604599}"/>
              </a:ext>
            </a:extLst>
          </p:cNvPr>
          <p:cNvSpPr>
            <a:spLocks xmlns:a="http://schemas.openxmlformats.org/drawingml/2006/main" noGrp="1"/>
          </p:cNvSpPr>
          <p:nvPr/>
        </p:nvSpPr>
        <p:spPr>
          <a:xfrm xmlns:a="http://schemas.openxmlformats.org/drawingml/2006/main">
            <a:off x="571500" y="470535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Weak traceability</a:t>
            </a:r>
          </a:p>
        </p:txBody>
      </p:sp>
      <p:sp>
        <p:nvSpPr>
          <p:cNvPr id="12" name="A generated file alone does not show that a requirement was implemente">
            <a:extLst xmlns:a="http://schemas.openxmlformats.org/drawingml/2006/main">
              <a:ext uri="{FF2B5EF4-FFF2-40B4-BE49-F238E27FC236}">
                <a16:creationId xmlns:a16="http://schemas.microsoft.com/office/drawing/2014/main" id="{7ED640FF-143B-4CE9-9E98-F2373E29D25E}"/>
              </a:ext>
            </a:extLst>
          </p:cNvPr>
          <p:cNvSpPr>
            <a:spLocks xmlns:a="http://schemas.openxmlformats.org/drawingml/2006/main" noGrp="1"/>
          </p:cNvSpPr>
          <p:nvPr/>
        </p:nvSpPr>
        <p:spPr>
          <a:xfrm xmlns:a="http://schemas.openxmlformats.org/drawingml/2006/main">
            <a:off x="4048125" y="47053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A generated file alone does not show that a requirement was implemented and tested.</a:t>
            </a:r>
          </a:p>
        </p:txBody>
      </p:sp>
    </p:spTree>
    <p:extLst>
      <p:ext uri="{BB962C8B-B14F-4D97-AF65-F5344CB8AC3E}">
        <p14:creationId xmlns:p14="http://schemas.microsoft.com/office/powerpoint/2010/main" val="18406761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1.1 AIM AND OBJECTIVES">
            <a:extLst xmlns:a="http://schemas.openxmlformats.org/drawingml/2006/main">
              <a:ext uri="{FF2B5EF4-FFF2-40B4-BE49-F238E27FC236}">
                <a16:creationId xmlns:a16="http://schemas.microsoft.com/office/drawing/2014/main" id="{78086ED4-5215-4C69-8A43-7A48035B41CD}"/>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1.1 AIM AND OBJECTIVES</a:t>
            </a:r>
          </a:p>
        </p:txBody>
      </p:sp>
      <p:sp>
        <p:nvSpPr>
          <p:cNvPr id="2" name="Proposed system and current scope">
            <a:extLst xmlns:a="http://schemas.openxmlformats.org/drawingml/2006/main">
              <a:ext uri="{FF2B5EF4-FFF2-40B4-BE49-F238E27FC236}">
                <a16:creationId xmlns:a16="http://schemas.microsoft.com/office/drawing/2014/main" id="{245A065F-AFA3-4D8F-8E9B-B8B0CF0DCFC4}"/>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Proposed system and current scope</a:t>
            </a:r>
          </a:p>
        </p:txBody>
      </p:sp>
      <p:sp>
        <p:nvSpPr>
          <p:cNvPr id="3" name="PROJECTFORGE AI">
            <a:extLst xmlns:a="http://schemas.openxmlformats.org/drawingml/2006/main">
              <a:ext uri="{FF2B5EF4-FFF2-40B4-BE49-F238E27FC236}">
                <a16:creationId xmlns:a16="http://schemas.microsoft.com/office/drawing/2014/main" id="{80B36BE3-073C-4A27-A898-288F229430C7}"/>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3">
            <a:extLst xmlns:a="http://schemas.openxmlformats.org/drawingml/2006/main">
              <a:ext uri="{FF2B5EF4-FFF2-40B4-BE49-F238E27FC236}">
                <a16:creationId xmlns:a16="http://schemas.microsoft.com/office/drawing/2014/main" id="{01C34E8C-D961-442A-85EB-6878C5EE4C4F}"/>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03</a:t>
            </a:r>
          </a:p>
        </p:txBody>
      </p:sp>
      <p:sp>
        <p:nvSpPr>
          <p:cNvPr id="5" name="Aim">
            <a:extLst xmlns:a="http://schemas.openxmlformats.org/drawingml/2006/main">
              <a:ext uri="{FF2B5EF4-FFF2-40B4-BE49-F238E27FC236}">
                <a16:creationId xmlns:a16="http://schemas.microsoft.com/office/drawing/2014/main" id="{6C9E6078-9B7A-481B-9DDC-3FBD1AE4D26F}"/>
              </a:ext>
            </a:extLst>
          </p:cNvPr>
          <p:cNvSpPr>
            <a:spLocks xmlns:a="http://schemas.openxmlformats.org/drawingml/2006/main" noGrp="1"/>
          </p:cNvSpPr>
          <p:nvPr/>
        </p:nvSpPr>
        <p:spPr>
          <a:xfrm xmlns:a="http://schemas.openxmlformats.org/drawingml/2006/main">
            <a:off x="571500" y="1504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087E8B"/>
                </a:solidFill>
                <a:latin typeface="Arial"/>
                <a:ea typeface="Arial"/>
                <a:cs typeface="Arial"/>
              </a:defRPr>
            </a:defPPr>
          </a:lstStyle>
          <a:p xmlns:a="http://schemas.openxmlformats.org/drawingml/2006/main">
            <a:pPr algn="l">
              <a:lnSpc>
                <a:spcPct val="104000"/>
              </a:lnSpc>
              <a:buNone/>
              <a:defRPr sz="2250" b="1">
                <a:solidFill>
                  <a:srgbClr val="087E8B"/>
                </a:solidFill>
                <a:latin typeface="Arial"/>
                <a:ea typeface="Arial"/>
                <a:cs typeface="Arial"/>
              </a:defRPr>
            </a:pPr>
            <a:r>
              <a:rPr sz="2250" b="1">
                <a:solidFill>
                  <a:srgbClr val="087E8B"/>
                </a:solidFill>
                <a:latin typeface="Arial"/>
                <a:ea typeface="Arial"/>
                <a:cs typeface="Arial"/>
              </a:rPr>
              <a:t>Aim</a:t>
            </a:r>
          </a:p>
        </p:txBody>
      </p:sp>
      <p:sp>
        <p:nvSpPr>
          <p:cNvPr id="6" name="Convert a software idea into structured requirements, a build specific">
            <a:extLst xmlns:a="http://schemas.openxmlformats.org/drawingml/2006/main">
              <a:ext uri="{FF2B5EF4-FFF2-40B4-BE49-F238E27FC236}">
                <a16:creationId xmlns:a16="http://schemas.microsoft.com/office/drawing/2014/main" id="{DBE87650-CC9B-4184-9054-625ACE8263D4}"/>
              </a:ext>
            </a:extLst>
          </p:cNvPr>
          <p:cNvSpPr>
            <a:spLocks xmlns:a="http://schemas.openxmlformats.org/drawingml/2006/main" noGrp="1"/>
          </p:cNvSpPr>
          <p:nvPr/>
        </p:nvSpPr>
        <p:spPr>
          <a:xfrm xmlns:a="http://schemas.openxmlformats.org/drawingml/2006/main">
            <a:off x="571500" y="2047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75" b="1">
                <a:solidFill>
                  <a:srgbClr val="132C43"/>
                </a:solidFill>
                <a:latin typeface="Arial"/>
                <a:ea typeface="Arial"/>
                <a:cs typeface="Arial"/>
              </a:defRPr>
            </a:defPPr>
          </a:lstStyle>
          <a:p xmlns:a="http://schemas.openxmlformats.org/drawingml/2006/main">
            <a:pPr algn="l">
              <a:lnSpc>
                <a:spcPct val="104000"/>
              </a:lnSpc>
              <a:buNone/>
              <a:defRPr sz="2475" b="1">
                <a:solidFill>
                  <a:srgbClr val="132C43"/>
                </a:solidFill>
                <a:latin typeface="Arial"/>
                <a:ea typeface="Arial"/>
                <a:cs typeface="Arial"/>
              </a:defRPr>
            </a:pPr>
            <a:r>
              <a:rPr sz="2475" b="1">
                <a:solidFill>
                  <a:srgbClr val="132C43"/>
                </a:solidFill>
                <a:latin typeface="Arial"/>
                <a:ea typeface="Arial"/>
                <a:cs typeface="Arial"/>
              </a:rPr>
              <a:t>Convert a software idea into structured requirements, a build specification and a project checked against declared tests.</a:t>
            </a:r>
          </a:p>
        </p:txBody>
      </p:sp>
      <p:sp>
        <p:nvSpPr>
          <p:cNvPr id="7" name="The platform coordinates specialist analysis, preserves project histor">
            <a:extLst xmlns:a="http://schemas.openxmlformats.org/drawingml/2006/main">
              <a:ext uri="{FF2B5EF4-FFF2-40B4-BE49-F238E27FC236}">
                <a16:creationId xmlns:a16="http://schemas.microsoft.com/office/drawing/2014/main" id="{14448130-E2E9-4989-8825-78437A81EAC3}"/>
              </a:ext>
            </a:extLst>
          </p:cNvPr>
          <p:cNvSpPr>
            <a:spLocks xmlns:a="http://schemas.openxmlformats.org/drawingml/2006/main" noGrp="1"/>
          </p:cNvSpPr>
          <p:nvPr/>
        </p:nvSpPr>
        <p:spPr>
          <a:xfrm xmlns:a="http://schemas.openxmlformats.org/drawingml/2006/main">
            <a:off x="571500" y="3476625"/>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263746"/>
                </a:solidFill>
                <a:latin typeface="Arial"/>
                <a:ea typeface="Arial"/>
                <a:cs typeface="Arial"/>
              </a:defRPr>
            </a:defPPr>
          </a:lstStyle>
          <a:p xmlns:a="http://schemas.openxmlformats.org/drawingml/2006/main">
            <a:pPr algn="l">
              <a:lnSpc>
                <a:spcPct val="104000"/>
              </a:lnSpc>
              <a:buNone/>
              <a:defRPr sz="2100" b="0">
                <a:solidFill>
                  <a:srgbClr val="263746"/>
                </a:solidFill>
                <a:latin typeface="Arial"/>
                <a:ea typeface="Arial"/>
                <a:cs typeface="Arial"/>
              </a:defRPr>
            </a:pPr>
            <a:r>
              <a:rPr sz="2100" b="0">
                <a:solidFill>
                  <a:srgbClr val="263746"/>
                </a:solidFill>
                <a:latin typeface="Arial"/>
                <a:ea typeface="Arial"/>
                <a:cs typeface="Arial"/>
              </a:rPr>
              <a:t>The platform coordinates specialist analysis, preserves project history and exposes real progress in a virtual office.</a:t>
            </a:r>
          </a:p>
        </p:txBody>
      </p:sp>
      <p:sp>
        <p:nvSpPr>
          <p:cNvPr id="8" name="Current offline prototype">
            <a:extLst xmlns:a="http://schemas.openxmlformats.org/drawingml/2006/main">
              <a:ext uri="{FF2B5EF4-FFF2-40B4-BE49-F238E27FC236}">
                <a16:creationId xmlns:a16="http://schemas.microsoft.com/office/drawing/2014/main" id="{2BBEC9A2-D3B9-402A-A025-F6CE575F89FF}"/>
              </a:ext>
            </a:extLst>
          </p:cNvPr>
          <p:cNvSpPr>
            <a:spLocks xmlns:a="http://schemas.openxmlformats.org/drawingml/2006/main" noGrp="1"/>
          </p:cNvSpPr>
          <p:nvPr/>
        </p:nvSpPr>
        <p:spPr>
          <a:xfrm xmlns:a="http://schemas.openxmlformats.org/drawingml/2006/main">
            <a:off x="571500" y="4695825"/>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087E8B"/>
                </a:solidFill>
                <a:latin typeface="Arial"/>
                <a:ea typeface="Arial"/>
                <a:cs typeface="Arial"/>
              </a:defRPr>
            </a:defPPr>
          </a:lstStyle>
          <a:p xmlns:a="http://schemas.openxmlformats.org/drawingml/2006/main">
            <a:pPr algn="l">
              <a:lnSpc>
                <a:spcPct val="104000"/>
              </a:lnSpc>
              <a:buNone/>
              <a:defRPr sz="2025" b="1">
                <a:solidFill>
                  <a:srgbClr val="087E8B"/>
                </a:solidFill>
                <a:latin typeface="Arial"/>
                <a:ea typeface="Arial"/>
                <a:cs typeface="Arial"/>
              </a:defRPr>
            </a:pPr>
            <a:r>
              <a:rPr sz="2025" b="1">
                <a:solidFill>
                  <a:srgbClr val="087E8B"/>
                </a:solidFill>
                <a:latin typeface="Arial"/>
                <a:ea typeface="Arial"/>
                <a:cs typeface="Arial"/>
              </a:rPr>
              <a:t>Current offline prototype</a:t>
            </a:r>
          </a:p>
        </p:txBody>
      </p:sp>
      <p:sp>
        <p:nvSpPr>
          <p:cNvPr id="9" name="One entity, local SQLite, React and FastAPI CRUD. Unsupported scope an">
            <a:extLst xmlns:a="http://schemas.openxmlformats.org/drawingml/2006/main">
              <a:ext uri="{FF2B5EF4-FFF2-40B4-BE49-F238E27FC236}">
                <a16:creationId xmlns:a16="http://schemas.microsoft.com/office/drawing/2014/main" id="{34780F10-889C-4CC1-B8EC-115C4BC5ED3C}"/>
              </a:ext>
            </a:extLst>
          </p:cNvPr>
          <p:cNvSpPr>
            <a:spLocks xmlns:a="http://schemas.openxmlformats.org/drawingml/2006/main" noGrp="1"/>
          </p:cNvSpPr>
          <p:nvPr/>
        </p:nvSpPr>
        <p:spPr>
          <a:xfrm xmlns:a="http://schemas.openxmlformats.org/drawingml/2006/main">
            <a:off x="571500" y="517207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263746"/>
                </a:solidFill>
                <a:latin typeface="Arial"/>
                <a:ea typeface="Arial"/>
                <a:cs typeface="Arial"/>
              </a:defRPr>
            </a:defPPr>
          </a:lstStyle>
          <a:p xmlns:a="http://schemas.openxmlformats.org/drawingml/2006/main">
            <a:pPr algn="l">
              <a:lnSpc>
                <a:spcPct val="104000"/>
              </a:lnSpc>
              <a:buNone/>
              <a:defRPr sz="2100" b="0">
                <a:solidFill>
                  <a:srgbClr val="263746"/>
                </a:solidFill>
                <a:latin typeface="Arial"/>
                <a:ea typeface="Arial"/>
                <a:cs typeface="Arial"/>
              </a:defRPr>
            </a:pPr>
            <a:r>
              <a:rPr sz="2100" b="0">
                <a:solidFill>
                  <a:srgbClr val="263746"/>
                </a:solidFill>
                <a:latin typeface="Arial"/>
                <a:ea typeface="Arial"/>
                <a:cs typeface="Arial"/>
              </a:rPr>
              <a:t>One entity, local SQLite, React and FastAPI CRUD. Unsupported scope and unresolved failures require review.</a:t>
            </a:r>
          </a:p>
        </p:txBody>
      </p:sp>
    </p:spTree>
    <p:extLst>
      <p:ext uri="{BB962C8B-B14F-4D97-AF65-F5344CB8AC3E}">
        <p14:creationId xmlns:p14="http://schemas.microsoft.com/office/powerpoint/2010/main" val="5427772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D6ECD079-D8E1-4DA8-A86E-81ADAE7F22B0}"/>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Understanding and specialist inputs">
            <a:extLst xmlns:a="http://schemas.openxmlformats.org/drawingml/2006/main">
              <a:ext uri="{FF2B5EF4-FFF2-40B4-BE49-F238E27FC236}">
                <a16:creationId xmlns:a16="http://schemas.microsoft.com/office/drawing/2014/main" id="{54D3A581-70DF-426F-BB28-48517385234E}"/>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Understanding and specialist inputs</a:t>
            </a:r>
          </a:p>
        </p:txBody>
      </p:sp>
      <p:sp>
        <p:nvSpPr>
          <p:cNvPr id="3" name="PROJECTFORGE AI">
            <a:extLst xmlns:a="http://schemas.openxmlformats.org/drawingml/2006/main">
              <a:ext uri="{FF2B5EF4-FFF2-40B4-BE49-F238E27FC236}">
                <a16:creationId xmlns:a16="http://schemas.microsoft.com/office/drawing/2014/main" id="{FAC32721-C833-4C21-9B13-7613CAA7884E}"/>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4">
            <a:extLst xmlns:a="http://schemas.openxmlformats.org/drawingml/2006/main">
              <a:ext uri="{FF2B5EF4-FFF2-40B4-BE49-F238E27FC236}">
                <a16:creationId xmlns:a16="http://schemas.microsoft.com/office/drawing/2014/main" id="{EC914275-C3B4-4EC9-8340-F4131487EF24}"/>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1B1380B7-C342-41C3-93D9-7E799D796FF0}"/>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02708">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02708">
                <a:tc>
                  <a:txBody>
                    <a:bodyPr/>
                    <a:lstStyle/>
                    <a:p>
                      <a:r>
                        <a:rPr sz="1575" b="0">
                          <a:solidFill>
                            <a:srgbClr val="263746"/>
                          </a:solidFill>
                          <a:latin typeface="Arial"/>
                          <a:ea typeface="Arial"/>
                          <a:cs typeface="Arial"/>
                        </a:rPr>
                        <a:t>FR-001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Project idea input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Accept a natural-language software idea.</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Project understanding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Extract project dimensions, objectives, users and constraints.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FR-003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Requirement classification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Separate explicit user requirements from inferred items.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Adaptive clarification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Ask about critical unknown information.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FR-005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Context management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Update context when the user supplies information.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Product analysis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Analyze personas, workflows and product scope.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FR-007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AI/ML analysis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Assess whether AI is needed and recommend an approach.</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Engineering analysis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Define architecture, APIs, data and technologies.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Tree>
    <p:extLst>
      <p:ext uri="{BB962C8B-B14F-4D97-AF65-F5344CB8AC3E}">
        <p14:creationId xmlns:p14="http://schemas.microsoft.com/office/powerpoint/2010/main" val="2008994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468AD54F-9FD2-4865-A693-7A5658805147}"/>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Review and architectural planning">
            <a:extLst xmlns:a="http://schemas.openxmlformats.org/drawingml/2006/main">
              <a:ext uri="{FF2B5EF4-FFF2-40B4-BE49-F238E27FC236}">
                <a16:creationId xmlns:a16="http://schemas.microsoft.com/office/drawing/2014/main" id="{A058EF56-87EB-4168-95DC-2A00BCA95CE3}"/>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Review and architectural planning</a:t>
            </a:r>
          </a:p>
        </p:txBody>
      </p:sp>
      <p:sp>
        <p:nvSpPr>
          <p:cNvPr id="3" name="PROJECTFORGE AI">
            <a:extLst xmlns:a="http://schemas.openxmlformats.org/drawingml/2006/main">
              <a:ext uri="{FF2B5EF4-FFF2-40B4-BE49-F238E27FC236}">
                <a16:creationId xmlns:a16="http://schemas.microsoft.com/office/drawing/2014/main" id="{226E32FD-D9CF-4F7F-8197-EF62063534E3}"/>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5">
            <a:extLst xmlns:a="http://schemas.openxmlformats.org/drawingml/2006/main">
              <a:ext uri="{FF2B5EF4-FFF2-40B4-BE49-F238E27FC236}">
                <a16:creationId xmlns:a16="http://schemas.microsoft.com/office/drawing/2014/main" id="{D45897AC-9A6B-424B-856F-3FC388F2F54C}"/>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D9492133-E15F-418C-921B-AE8526B23317}"/>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02708">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02708">
                <a:tc>
                  <a:txBody>
                    <a:bodyPr/>
                    <a:lstStyle/>
                    <a:p>
                      <a:r>
                        <a:rPr sz="1575" b="0">
                          <a:solidFill>
                            <a:srgbClr val="263746"/>
                          </a:solidFill>
                          <a:latin typeface="Arial"/>
                          <a:ea typeface="Arial"/>
                          <a:cs typeface="Arial"/>
                        </a:rPr>
                        <a:t>FR-009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UX analysis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Define user journeys, screen states and interactions.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Security analysis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Identify threats, access needs and mitigations.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FR-011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QA analysis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Define scenarios, quality criteria and verification needs.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Output review</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Collect and compare specialist outputs.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FR-013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Conflict detection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Identify incompatible agent recommendations.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Conflict arbitration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Evaluate alternatives and obtain review where required.</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FR-015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Decision records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Record decisions and their reasoning.</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Master blueprint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Combine requirements, outputs and resolved decisions.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Tree>
    <p:extLst>
      <p:ext uri="{BB962C8B-B14F-4D97-AF65-F5344CB8AC3E}">
        <p14:creationId xmlns:p14="http://schemas.microsoft.com/office/powerpoint/2010/main" val="18020770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4EEE1F80-3C67-445A-B964-28B07CEA368E}"/>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Implementation and testing">
            <a:extLst xmlns:a="http://schemas.openxmlformats.org/drawingml/2006/main">
              <a:ext uri="{FF2B5EF4-FFF2-40B4-BE49-F238E27FC236}">
                <a16:creationId xmlns:a16="http://schemas.microsoft.com/office/drawing/2014/main" id="{8EEB03EC-09B6-4A0C-820A-E9C1EE5B6A9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Implementation and testing</a:t>
            </a:r>
          </a:p>
        </p:txBody>
      </p:sp>
      <p:sp>
        <p:nvSpPr>
          <p:cNvPr id="3" name="PROJECTFORGE AI">
            <a:extLst xmlns:a="http://schemas.openxmlformats.org/drawingml/2006/main">
              <a:ext uri="{FF2B5EF4-FFF2-40B4-BE49-F238E27FC236}">
                <a16:creationId xmlns:a16="http://schemas.microsoft.com/office/drawing/2014/main" id="{3112ADBB-D10E-4411-A991-588164C47108}"/>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6">
            <a:extLst xmlns:a="http://schemas.openxmlformats.org/drawingml/2006/main">
              <a:ext uri="{FF2B5EF4-FFF2-40B4-BE49-F238E27FC236}">
                <a16:creationId xmlns:a16="http://schemas.microsoft.com/office/drawing/2014/main" id="{58D594C3-4B46-4B12-B47B-A2495B6FC0CB}"/>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1ABB3A82-A6E4-4F6F-A460-81447FDE161A}"/>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65547">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65547">
                <a:tc>
                  <a:txBody>
                    <a:bodyPr/>
                    <a:lstStyle/>
                    <a:p>
                      <a:r>
                        <a:rPr sz="1575" b="0">
                          <a:solidFill>
                            <a:srgbClr val="263746"/>
                          </a:solidFill>
                          <a:latin typeface="Arial"/>
                          <a:ea typeface="Arial"/>
                          <a:cs typeface="Arial"/>
                        </a:rPr>
                        <a:t>FR-017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Build specification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Produce a structured machine-readable contract.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FR-018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Task generation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Define file tasks, dependencies and associated tests.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FR-019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Source generation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Generate files according to the build specification.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Repository management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Manage the generated directory and authorized source files.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Command execution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Execute approved build and test commands.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Application execution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Run application processes inside the verification environment.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Automated testing</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Execute backend, build, API and browser checks.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Tree>
    <p:extLst>
      <p:ext uri="{BB962C8B-B14F-4D97-AF65-F5344CB8AC3E}">
        <p14:creationId xmlns:p14="http://schemas.microsoft.com/office/powerpoint/2010/main" val="19104159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FF21007F-E14B-42A9-92EF-77424CDF4C6E}"/>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Errors, repair and verification">
            <a:extLst xmlns:a="http://schemas.openxmlformats.org/drawingml/2006/main">
              <a:ext uri="{FF2B5EF4-FFF2-40B4-BE49-F238E27FC236}">
                <a16:creationId xmlns:a16="http://schemas.microsoft.com/office/drawing/2014/main" id="{F171EF2F-9647-47B9-BCAD-83FC7A12C8C0}"/>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Errors, repair and verification</a:t>
            </a:r>
          </a:p>
        </p:txBody>
      </p:sp>
      <p:sp>
        <p:nvSpPr>
          <p:cNvPr id="3" name="PROJECTFORGE AI">
            <a:extLst xmlns:a="http://schemas.openxmlformats.org/drawingml/2006/main">
              <a:ext uri="{FF2B5EF4-FFF2-40B4-BE49-F238E27FC236}">
                <a16:creationId xmlns:a16="http://schemas.microsoft.com/office/drawing/2014/main" id="{1CD85C72-3054-4DD9-B2A2-46824F942AFD}"/>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7">
            <a:extLst xmlns:a="http://schemas.openxmlformats.org/drawingml/2006/main">
              <a:ext uri="{FF2B5EF4-FFF2-40B4-BE49-F238E27FC236}">
                <a16:creationId xmlns:a16="http://schemas.microsoft.com/office/drawing/2014/main" id="{E51FE0BC-7AEC-4902-9F84-104037720349}"/>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128A020F-55E5-414F-8790-667FA256888C}"/>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65547">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65547">
                <a:tc>
                  <a:txBody>
                    <a:bodyPr/>
                    <a:lstStyle/>
                    <a:p>
                      <a:r>
                        <a:rPr sz="1575" b="0">
                          <a:solidFill>
                            <a:srgbClr val="263746"/>
                          </a:solidFill>
                          <a:latin typeface="Arial"/>
                          <a:ea typeface="Arial"/>
                          <a:cs typeface="Arial"/>
                        </a:rPr>
                        <a:t>FR-024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Error detection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Collect execution and testing errors.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Error diagnosis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Identify probable causes and affected components.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Code repair</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Apply eligible fixes within authorized file scope.</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Retesting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Rerun relevant tests after a repair.</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Verification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Check declared requirements and acceptance criteria.</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Monitoring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Display stages, task activity, errors and results.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FR-030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VS Code integration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Open a verified project for further development.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Tree>
    <p:extLst>
      <p:ext uri="{BB962C8B-B14F-4D97-AF65-F5344CB8AC3E}">
        <p14:creationId xmlns:p14="http://schemas.microsoft.com/office/powerpoint/2010/main" val="17393402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2 NON-FUNCTIONAL REQUIREMENTS">
            <a:extLst xmlns:a="http://schemas.openxmlformats.org/drawingml/2006/main">
              <a:ext uri="{FF2B5EF4-FFF2-40B4-BE49-F238E27FC236}">
                <a16:creationId xmlns:a16="http://schemas.microsoft.com/office/drawing/2014/main" id="{90A96BE7-A94F-44E2-9BA9-CB37A3DB4B5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NON-FUNCTIONAL REQUIREMENTS</a:t>
            </a:r>
          </a:p>
        </p:txBody>
      </p:sp>
      <p:sp>
        <p:nvSpPr>
          <p:cNvPr id="2" name="Quality requirements">
            <a:extLst xmlns:a="http://schemas.openxmlformats.org/drawingml/2006/main">
              <a:ext uri="{FF2B5EF4-FFF2-40B4-BE49-F238E27FC236}">
                <a16:creationId xmlns:a16="http://schemas.microsoft.com/office/drawing/2014/main" id="{A0E4BAB6-6F8A-4104-BE08-ECF336B11BB7}"/>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Quality requirements</a:t>
            </a:r>
          </a:p>
        </p:txBody>
      </p:sp>
      <p:sp>
        <p:nvSpPr>
          <p:cNvPr id="3" name="PROJECTFORGE AI">
            <a:extLst xmlns:a="http://schemas.openxmlformats.org/drawingml/2006/main">
              <a:ext uri="{FF2B5EF4-FFF2-40B4-BE49-F238E27FC236}">
                <a16:creationId xmlns:a16="http://schemas.microsoft.com/office/drawing/2014/main" id="{272F1D4C-BBF5-4EA2-8A05-7C21D60EAB5C}"/>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8">
            <a:extLst xmlns:a="http://schemas.openxmlformats.org/drawingml/2006/main">
              <a:ext uri="{FF2B5EF4-FFF2-40B4-BE49-F238E27FC236}">
                <a16:creationId xmlns:a16="http://schemas.microsoft.com/office/drawing/2014/main" id="{7FC5DB49-28DA-4B6B-8F3E-7CF9AA118C68}"/>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C4F92203-7C08-4770-9BFD-36CC7B63553D}"/>
              </a:ext>
            </a:extLst>
          </p:cNvPr>
          <p:cNvGraphicFramePr/>
          <p:nvPr/>
        </p:nvGraphicFramePr>
        <p:xfrm>
          <a:off xmlns:a="http://schemas.openxmlformats.org/drawingml/2006/main" x="533400" y="1485900"/>
          <a:ext xmlns:a="http://schemas.openxmlformats.org/drawingml/2006/main" cx="11125200" cy="4191000"/>
        </p:xfrm>
        <a:graphic xmlns:a="http://schemas.openxmlformats.org/drawingml/2006/main">
          <a:graphicData uri="http://schemas.openxmlformats.org/drawingml/2006/table">
            <a:tbl>
              <a:tblPr/>
              <a:tblGrid>
                <a:gridCol w="1428750"/>
                <a:gridCol w="2667000"/>
                <a:gridCol w="7029450"/>
              </a:tblGrid>
              <a:tr h="698500">
                <a:tc>
                  <a:txBody>
                    <a:bodyPr/>
                    <a:lstStyle/>
                    <a:p>
                      <a:r>
                        <a:rPr sz="1800"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Category</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698500">
                <a:tc>
                  <a:txBody>
                    <a:bodyPr/>
                    <a:lstStyle/>
                    <a:p>
                      <a:r>
                        <a:rPr sz="1800" b="0">
                          <a:solidFill>
                            <a:srgbClr val="263746"/>
                          </a:solidFill>
                          <a:latin typeface="Arial"/>
                          <a:ea typeface="Arial"/>
                          <a:cs typeface="Arial"/>
                        </a:rPr>
                        <a:t>NFR-001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Performance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Responsive interface and streamed progress for long operations.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Reliability</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Persist requirements, decisions, tasks and results.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NFR-003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Scalability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Allow modular expansion of agents and supported technology stacks.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Security</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Restrict commands and isolate generated code execution.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NFR-005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Maintainability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Use modular components and structured data contracts.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
        <p:nvSpPr>
          <p:cNvPr id="6" name="Performance, security and extensibility targets require their own eval">
            <a:extLst xmlns:a="http://schemas.openxmlformats.org/drawingml/2006/main">
              <a:ext uri="{FF2B5EF4-FFF2-40B4-BE49-F238E27FC236}">
                <a16:creationId xmlns:a16="http://schemas.microsoft.com/office/drawing/2014/main" id="{76360042-9CC2-4A55-A6AF-D819AC67715E}"/>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Performance, security and extensibility targets require their own evaluation.</a:t>
            </a:r>
          </a:p>
        </p:txBody>
      </p:sp>
    </p:spTree>
    <p:extLst>
      <p:ext uri="{BB962C8B-B14F-4D97-AF65-F5344CB8AC3E}">
        <p14:creationId xmlns:p14="http://schemas.microsoft.com/office/powerpoint/2010/main" val="11621720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2 NON-FUNCTIONAL REQUIREMENTS">
            <a:extLst xmlns:a="http://schemas.openxmlformats.org/drawingml/2006/main">
              <a:ext uri="{FF2B5EF4-FFF2-40B4-BE49-F238E27FC236}">
                <a16:creationId xmlns:a16="http://schemas.microsoft.com/office/drawing/2014/main" id="{FB537446-684D-4769-B048-08209AFEB862}"/>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NON-FUNCTIONAL REQUIREMENTS</a:t>
            </a:r>
          </a:p>
        </p:txBody>
      </p:sp>
      <p:sp>
        <p:nvSpPr>
          <p:cNvPr id="2" name="Traceability and controlled automation">
            <a:extLst xmlns:a="http://schemas.openxmlformats.org/drawingml/2006/main">
              <a:ext uri="{FF2B5EF4-FFF2-40B4-BE49-F238E27FC236}">
                <a16:creationId xmlns:a16="http://schemas.microsoft.com/office/drawing/2014/main" id="{3718ADA3-72B8-4B71-8D7F-2F710665DD00}"/>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Traceability and controlled automation</a:t>
            </a:r>
          </a:p>
        </p:txBody>
      </p:sp>
      <p:sp>
        <p:nvSpPr>
          <p:cNvPr id="3" name="PROJECTFORGE AI">
            <a:extLst xmlns:a="http://schemas.openxmlformats.org/drawingml/2006/main">
              <a:ext uri="{FF2B5EF4-FFF2-40B4-BE49-F238E27FC236}">
                <a16:creationId xmlns:a16="http://schemas.microsoft.com/office/drawing/2014/main" id="{2B8BA53C-7770-4B1A-A4DB-A90B556FD4C3}"/>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9">
            <a:extLst xmlns:a="http://schemas.openxmlformats.org/drawingml/2006/main">
              <a:ext uri="{FF2B5EF4-FFF2-40B4-BE49-F238E27FC236}">
                <a16:creationId xmlns:a16="http://schemas.microsoft.com/office/drawing/2014/main" id="{1CF06819-E75F-457E-A7DD-67F5AC383B6A}"/>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C7ED5CD8-1ABD-428D-83EC-0CA950B5BF6F}"/>
              </a:ext>
            </a:extLst>
          </p:cNvPr>
          <p:cNvGraphicFramePr/>
          <p:nvPr/>
        </p:nvGraphicFramePr>
        <p:xfrm>
          <a:off xmlns:a="http://schemas.openxmlformats.org/drawingml/2006/main" x="533400" y="1485900"/>
          <a:ext xmlns:a="http://schemas.openxmlformats.org/drawingml/2006/main" cx="11125200" cy="4191000"/>
        </p:xfrm>
        <a:graphic xmlns:a="http://schemas.openxmlformats.org/drawingml/2006/main">
          <a:graphicData uri="http://schemas.openxmlformats.org/drawingml/2006/table">
            <a:tbl>
              <a:tblPr/>
              <a:tblGrid>
                <a:gridCol w="1428750"/>
                <a:gridCol w="2667000"/>
                <a:gridCol w="7029450"/>
              </a:tblGrid>
              <a:tr h="698500">
                <a:tc>
                  <a:txBody>
                    <a:bodyPr/>
                    <a:lstStyle/>
                    <a:p>
                      <a:r>
                        <a:rPr sz="1800"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Category</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698500">
                <a:tc>
                  <a:txBody>
                    <a:bodyPr/>
                    <a:lstStyle/>
                    <a:p>
                      <a:r>
                        <a:rPr sz="1800" b="0">
                          <a:solidFill>
                            <a:srgbClr val="263746"/>
                          </a:solidFill>
                          <a:latin typeface="Arial"/>
                          <a:ea typeface="Arial"/>
                          <a:cs typeface="Arial"/>
                        </a:rPr>
                        <a:t>NFR-006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Traceability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Connect requirements, decisions, tasks, files and tests.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Fault handling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Handle failed tasks with controlled retries and repair.</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NFR-008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Controlled automation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Bound repair attempts and escalate unresolved problems.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Extensibility</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Support future languages, frameworks and tools.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NFR-010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Show project stage, activity, errors and verification clearly.</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
        <p:nvSpPr>
          <p:cNvPr id="6" name="Performance, security and extensibility targets require their own eval">
            <a:extLst xmlns:a="http://schemas.openxmlformats.org/drawingml/2006/main">
              <a:ext uri="{FF2B5EF4-FFF2-40B4-BE49-F238E27FC236}">
                <a16:creationId xmlns:a16="http://schemas.microsoft.com/office/drawing/2014/main" id="{3282DF06-F8AB-4799-B457-FF1400DED547}"/>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Performance, security and extensibility targets require their own evaluation.</a:t>
            </a:r>
          </a:p>
        </p:txBody>
      </p:sp>
    </p:spTree>
    <p:extLst>
      <p:ext uri="{BB962C8B-B14F-4D97-AF65-F5344CB8AC3E}">
        <p14:creationId xmlns:p14="http://schemas.microsoft.com/office/powerpoint/2010/main" val="11234124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3 IMPLEMENTATION STACK">
            <a:extLst xmlns:a="http://schemas.openxmlformats.org/drawingml/2006/main">
              <a:ext uri="{FF2B5EF4-FFF2-40B4-BE49-F238E27FC236}">
                <a16:creationId xmlns:a16="http://schemas.microsoft.com/office/drawing/2014/main" id="{4A2CFFBA-3893-4677-8E18-2A0CF8763DCA}"/>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1.3 IMPLEMENTATION STACK</a:t>
            </a:r>
          </a:p>
        </p:txBody>
      </p:sp>
      <p:sp>
        <p:nvSpPr>
          <p:cNvPr id="2" name="Tools and technologies">
            <a:extLst xmlns:a="http://schemas.openxmlformats.org/drawingml/2006/main">
              <a:ext uri="{FF2B5EF4-FFF2-40B4-BE49-F238E27FC236}">
                <a16:creationId xmlns:a16="http://schemas.microsoft.com/office/drawing/2014/main" id="{EF4CEC46-80EF-4F96-8F83-A599DA1B776F}"/>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Tools and technologies</a:t>
            </a:r>
          </a:p>
        </p:txBody>
      </p:sp>
      <p:sp>
        <p:nvSpPr>
          <p:cNvPr id="3" name="PROJECTFORGE AI">
            <a:extLst xmlns:a="http://schemas.openxmlformats.org/drawingml/2006/main">
              <a:ext uri="{FF2B5EF4-FFF2-40B4-BE49-F238E27FC236}">
                <a16:creationId xmlns:a16="http://schemas.microsoft.com/office/drawing/2014/main" id="{91C2F85F-FA56-4F27-B602-F6FF8F5D84DD}"/>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0">
            <a:extLst xmlns:a="http://schemas.openxmlformats.org/drawingml/2006/main">
              <a:ext uri="{FF2B5EF4-FFF2-40B4-BE49-F238E27FC236}">
                <a16:creationId xmlns:a16="http://schemas.microsoft.com/office/drawing/2014/main" id="{4D1A6AA1-23B5-4317-8246-077D37858EB4}"/>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C1A0FE26-E3B0-4C59-AEDF-CFA9213CC09C}"/>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2238375"/>
                <a:gridCol w="4429125"/>
                <a:gridCol w="4457700"/>
              </a:tblGrid>
              <a:tr h="565547">
                <a:tc>
                  <a:txBody>
                    <a:bodyPr/>
                    <a:lstStyle/>
                    <a:p>
                      <a:r>
                        <a:rPr sz="1575" b="1">
                          <a:solidFill>
                            <a:srgbClr val="FFFFFF"/>
                          </a:solidFill>
                          <a:latin typeface="Arial"/>
                          <a:ea typeface="Arial"/>
                          <a:cs typeface="Arial"/>
                        </a:rPr>
                        <a:t>Layer</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Technology</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Purpose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65547">
                <a:tc>
                  <a:txBody>
                    <a:bodyPr/>
                    <a:lstStyle/>
                    <a:p>
                      <a:r>
                        <a:rPr sz="1575" b="0">
                          <a:solidFill>
                            <a:srgbClr val="263746"/>
                          </a:solidFill>
                          <a:latin typeface="Arial"/>
                          <a:ea typeface="Arial"/>
                          <a:cs typeface="Arial"/>
                        </a:rPr>
                        <a:t>Frontend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React, TypeScript, Vite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Interactive office and project controls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Interface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Tailwind CSS, Framer Motion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Styling and motion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Backend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Python, FastAPI, Pydantic</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API, orchestration and validated contracts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Local AI</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LM Studio, Nemotron 3 Nano 4B</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Local model inference through a loopback API</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Persistence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SQLite; sqlite3 / SQLAlchemy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Platform state / generated application data</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Verification</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Docker, pytest, HTTPX, Playwright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Isolated backend, API, build and browser checks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Communication / IDE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REST, SSE, Visual Studio Code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Requests, progress events and verified project access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Tree>
    <p:extLst>
      <p:ext uri="{BB962C8B-B14F-4D97-AF65-F5344CB8AC3E}">
        <p14:creationId xmlns:p14="http://schemas.microsoft.com/office/powerpoint/2010/main" val="12360324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3 AGENT ARCHITECTURE">
            <a:extLst xmlns:a="http://schemas.openxmlformats.org/drawingml/2006/main">
              <a:ext uri="{FF2B5EF4-FFF2-40B4-BE49-F238E27FC236}">
                <a16:creationId xmlns:a16="http://schemas.microsoft.com/office/drawing/2014/main" id="{663EFEF2-63DF-49FA-BB21-6752B9D7A504}"/>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1.3 AGENT ARCHITECTURE</a:t>
            </a:r>
          </a:p>
        </p:txBody>
      </p:sp>
      <p:sp>
        <p:nvSpPr>
          <p:cNvPr id="2" name="Six specialist roles">
            <a:extLst xmlns:a="http://schemas.openxmlformats.org/drawingml/2006/main">
              <a:ext uri="{FF2B5EF4-FFF2-40B4-BE49-F238E27FC236}">
                <a16:creationId xmlns:a16="http://schemas.microsoft.com/office/drawing/2014/main" id="{19EE689D-3153-453D-B835-94B35BC6B1D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Six specialist roles</a:t>
            </a:r>
          </a:p>
        </p:txBody>
      </p:sp>
      <p:sp>
        <p:nvSpPr>
          <p:cNvPr id="3" name="PROJECTFORGE AI">
            <a:extLst xmlns:a="http://schemas.openxmlformats.org/drawingml/2006/main">
              <a:ext uri="{FF2B5EF4-FFF2-40B4-BE49-F238E27FC236}">
                <a16:creationId xmlns:a16="http://schemas.microsoft.com/office/drawing/2014/main" id="{B79637EF-2333-4D91-91B4-85D3CD6C7265}"/>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1">
            <a:extLst xmlns:a="http://schemas.openxmlformats.org/drawingml/2006/main">
              <a:ext uri="{FF2B5EF4-FFF2-40B4-BE49-F238E27FC236}">
                <a16:creationId xmlns:a16="http://schemas.microsoft.com/office/drawing/2014/main" id="{F1B59FED-906D-4144-975F-65F3ABA4347B}"/>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B70336E7-9261-4747-A53F-4889EFF01200}"/>
              </a:ext>
            </a:extLst>
          </p:cNvPr>
          <p:cNvGraphicFramePr/>
          <p:nvPr/>
        </p:nvGraphicFramePr>
        <p:xfrm>
          <a:off xmlns:a="http://schemas.openxmlformats.org/drawingml/2006/main" x="533400" y="1485900"/>
          <a:ext xmlns:a="http://schemas.openxmlformats.org/drawingml/2006/main" cx="11125200" cy="4000500"/>
        </p:xfrm>
        <a:graphic xmlns:a="http://schemas.openxmlformats.org/drawingml/2006/main">
          <a:graphicData uri="http://schemas.openxmlformats.org/drawingml/2006/table">
            <a:tbl>
              <a:tblPr/>
              <a:tblGrid>
                <a:gridCol w="2714625"/>
                <a:gridCol w="8410575"/>
              </a:tblGrid>
              <a:tr h="571500">
                <a:tc>
                  <a:txBody>
                    <a:bodyPr/>
                    <a:lstStyle/>
                    <a:p>
                      <a:r>
                        <a:rPr sz="1875" b="1">
                          <a:solidFill>
                            <a:srgbClr val="FFFFFF"/>
                          </a:solidFill>
                          <a:latin typeface="Arial"/>
                          <a:ea typeface="Arial"/>
                          <a:cs typeface="Arial"/>
                        </a:rPr>
                        <a:t>Agent</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75" b="1">
                          <a:solidFill>
                            <a:srgbClr val="FFFFFF"/>
                          </a:solidFill>
                          <a:latin typeface="Arial"/>
                          <a:ea typeface="Arial"/>
                          <a:cs typeface="Arial"/>
                        </a:rPr>
                        <a:t>Primary output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71500">
                <a:tc>
                  <a:txBody>
                    <a:bodyPr/>
                    <a:lstStyle/>
                    <a:p>
                      <a:r>
                        <a:rPr sz="1875" b="0">
                          <a:solidFill>
                            <a:srgbClr val="263746"/>
                          </a:solidFill>
                          <a:latin typeface="Arial"/>
                          <a:ea typeface="Arial"/>
                          <a:cs typeface="Arial"/>
                        </a:rPr>
                        <a:t>Product</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75" b="0">
                          <a:solidFill>
                            <a:srgbClr val="263746"/>
                          </a:solidFill>
                          <a:latin typeface="Arial"/>
                          <a:ea typeface="Arial"/>
                          <a:cs typeface="Arial"/>
                        </a:rPr>
                        <a:t>Personas, scope, goals and product risks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71500">
                <a:tc>
                  <a:txBody>
                    <a:bodyPr/>
                    <a:lstStyle/>
                    <a:p>
                      <a:r>
                        <a:rPr sz="1875" b="0">
                          <a:solidFill>
                            <a:srgbClr val="263746"/>
                          </a:solidFill>
                          <a:latin typeface="Arial"/>
                          <a:ea typeface="Arial"/>
                          <a:cs typeface="Arial"/>
                        </a:rPr>
                        <a:t>AI/ML</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75" b="0">
                          <a:solidFill>
                            <a:srgbClr val="263746"/>
                          </a:solidFill>
                          <a:latin typeface="Arial"/>
                          <a:ea typeface="Arial"/>
                          <a:cs typeface="Arial"/>
                        </a:rPr>
                        <a:t>AI suitability, approaches and limitations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71500">
                <a:tc>
                  <a:txBody>
                    <a:bodyPr/>
                    <a:lstStyle/>
                    <a:p>
                      <a:r>
                        <a:rPr sz="1875" b="0">
                          <a:solidFill>
                            <a:srgbClr val="263746"/>
                          </a:solidFill>
                          <a:latin typeface="Arial"/>
                          <a:ea typeface="Arial"/>
                          <a:cs typeface="Arial"/>
                        </a:rPr>
                        <a:t>Engineering</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75" b="0">
                          <a:solidFill>
                            <a:srgbClr val="263746"/>
                          </a:solidFill>
                          <a:latin typeface="Arial"/>
                          <a:ea typeface="Arial"/>
                          <a:cs typeface="Arial"/>
                        </a:rPr>
                        <a:t>Architecture, APIs, storage and trade-offs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71500">
                <a:tc>
                  <a:txBody>
                    <a:bodyPr/>
                    <a:lstStyle/>
                    <a:p>
                      <a:r>
                        <a:rPr sz="1875" b="0">
                          <a:solidFill>
                            <a:srgbClr val="263746"/>
                          </a:solidFill>
                          <a:latin typeface="Arial"/>
                          <a:ea typeface="Arial"/>
                          <a:cs typeface="Arial"/>
                        </a:rPr>
                        <a:t>UX</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75" b="0">
                          <a:solidFill>
                            <a:srgbClr val="263746"/>
                          </a:solidFill>
                          <a:latin typeface="Arial"/>
                          <a:ea typeface="Arial"/>
                          <a:cs typeface="Arial"/>
                        </a:rPr>
                        <a:t>User journeys, screen states and interface requirements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71500">
                <a:tc>
                  <a:txBody>
                    <a:bodyPr/>
                    <a:lstStyle/>
                    <a:p>
                      <a:r>
                        <a:rPr sz="1875" b="0">
                          <a:solidFill>
                            <a:srgbClr val="263746"/>
                          </a:solidFill>
                          <a:latin typeface="Arial"/>
                          <a:ea typeface="Arial"/>
                          <a:cs typeface="Arial"/>
                        </a:rPr>
                        <a:t>Security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75" b="0">
                          <a:solidFill>
                            <a:srgbClr val="263746"/>
                          </a:solidFill>
                          <a:latin typeface="Arial"/>
                          <a:ea typeface="Arial"/>
                          <a:cs typeface="Arial"/>
                        </a:rPr>
                        <a:t>Threats, security requirements and mitigations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71500">
                <a:tc>
                  <a:txBody>
                    <a:bodyPr/>
                    <a:lstStyle/>
                    <a:p>
                      <a:r>
                        <a:rPr sz="1875" b="0">
                          <a:solidFill>
                            <a:srgbClr val="263746"/>
                          </a:solidFill>
                          <a:latin typeface="Arial"/>
                          <a:ea typeface="Arial"/>
                          <a:cs typeface="Arial"/>
                        </a:rPr>
                        <a:t>QA</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75" b="0">
                          <a:solidFill>
                            <a:srgbClr val="263746"/>
                          </a:solidFill>
                          <a:latin typeface="Arial"/>
                          <a:ea typeface="Arial"/>
                          <a:cs typeface="Arial"/>
                        </a:rPr>
                        <a:t>Test cases, testing strategy and acceptance needs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6" name="Offline order is sequential. Each specialist has its own validation ha">
            <a:extLst xmlns:a="http://schemas.openxmlformats.org/drawingml/2006/main">
              <a:ext uri="{FF2B5EF4-FFF2-40B4-BE49-F238E27FC236}">
                <a16:creationId xmlns:a16="http://schemas.microsoft.com/office/drawing/2014/main" id="{1F2E60EC-3BF0-4F6D-BE61-C379BBDFD11E}"/>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Offline order is sequential. Each specialist has its own validation harness.</a:t>
            </a:r>
          </a:p>
        </p:txBody>
      </p:sp>
    </p:spTree>
    <p:extLst>
      <p:ext uri="{BB962C8B-B14F-4D97-AF65-F5344CB8AC3E}">
        <p14:creationId xmlns:p14="http://schemas.microsoft.com/office/powerpoint/2010/main" val="18834854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2.1 SYSTEM CONTEXT">
            <a:extLst xmlns:a="http://schemas.openxmlformats.org/drawingml/2006/main">
              <a:ext uri="{FF2B5EF4-FFF2-40B4-BE49-F238E27FC236}">
                <a16:creationId xmlns:a16="http://schemas.microsoft.com/office/drawing/2014/main" id="{1FE22538-D4E5-4E78-9194-13803EDF5D17}"/>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SYSTEM CONTEXT</a:t>
            </a:r>
          </a:p>
        </p:txBody>
      </p:sp>
      <p:sp>
        <p:nvSpPr>
          <p:cNvPr id="2" name="Level 0 data flow diagram">
            <a:extLst xmlns:a="http://schemas.openxmlformats.org/drawingml/2006/main">
              <a:ext uri="{FF2B5EF4-FFF2-40B4-BE49-F238E27FC236}">
                <a16:creationId xmlns:a16="http://schemas.microsoft.com/office/drawing/2014/main" id="{78CA4E1B-AF1F-4979-B3FA-522C93850483}"/>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0 data flow diagram</a:t>
            </a:r>
          </a:p>
        </p:txBody>
      </p:sp>
      <p:sp>
        <p:nvSpPr>
          <p:cNvPr id="3" name="PROJECTFORGE AI">
            <a:extLst xmlns:a="http://schemas.openxmlformats.org/drawingml/2006/main">
              <a:ext uri="{FF2B5EF4-FFF2-40B4-BE49-F238E27FC236}">
                <a16:creationId xmlns:a16="http://schemas.microsoft.com/office/drawing/2014/main" id="{20737BE2-E13A-446D-8601-298AADE1B3F3}"/>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2">
            <a:extLst xmlns:a="http://schemas.openxmlformats.org/drawingml/2006/main">
              <a:ext uri="{FF2B5EF4-FFF2-40B4-BE49-F238E27FC236}">
                <a16:creationId xmlns:a16="http://schemas.microsoft.com/office/drawing/2014/main" id="{FA9BD61D-865D-4F33-8965-C0284E384031}"/>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12</a:t>
            </a:r>
          </a:p>
        </p:txBody>
      </p:sp>
      <p:sp>
        <p:nvSpPr>
          <p:cNvPr id="5" name="User / developer">
            <a:extLst xmlns:a="http://schemas.openxmlformats.org/drawingml/2006/main">
              <a:ext uri="{FF2B5EF4-FFF2-40B4-BE49-F238E27FC236}">
                <a16:creationId xmlns:a16="http://schemas.microsoft.com/office/drawing/2014/main" id="{52289274-ADC9-43D0-917D-1EBE96D960A8}"/>
              </a:ext>
            </a:extLst>
          </p:cNvPr>
          <p:cNvSpPr>
            <a:spLocks xmlns:a="http://schemas.openxmlformats.org/drawingml/2006/main" noGrp="1"/>
          </p:cNvSpPr>
          <p:nvPr/>
        </p:nvSpPr>
        <p:spPr>
          <a:xfrm xmlns:a="http://schemas.openxmlformats.org/drawingml/2006/main">
            <a:off x="571500" y="2857500"/>
            <a:ext cx="2143125" cy="904875"/>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User / developer</a:t>
            </a:r>
          </a:p>
        </p:txBody>
      </p:sp>
      <p:sp>
        <p:nvSpPr>
          <p:cNvPr id="6" name="0.0&#10;ProjectForge AI">
            <a:extLst xmlns:a="http://schemas.openxmlformats.org/drawingml/2006/main">
              <a:ext uri="{FF2B5EF4-FFF2-40B4-BE49-F238E27FC236}">
                <a16:creationId xmlns:a16="http://schemas.microsoft.com/office/drawing/2014/main" id="{2FFD7DDF-98F7-4109-A416-E66AD4DBC257}"/>
              </a:ext>
            </a:extLst>
          </p:cNvPr>
          <p:cNvSpPr>
            <a:spLocks xmlns:a="http://schemas.openxmlformats.org/drawingml/2006/main" noGrp="1"/>
          </p:cNvSpPr>
          <p:nvPr/>
        </p:nvSpPr>
        <p:spPr>
          <a:xfrm xmlns:a="http://schemas.openxmlformats.org/drawingml/2006/main">
            <a:off x="4524375" y="2571750"/>
            <a:ext cx="3095625" cy="1476375"/>
          </a:xfrm>
          <a:prstGeom xmlns:a="http://schemas.openxmlformats.org/drawingml/2006/main" prst="roundRect">
            <a:avLst>
              <a:gd name="adj" fmla="val 5161"/>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250" b="1">
                <a:solidFill>
                  <a:srgbClr val="132C43"/>
                </a:solidFill>
                <a:latin typeface="Arial"/>
                <a:ea typeface="Arial"/>
                <a:cs typeface="Arial"/>
              </a:defRPr>
            </a:defPPr>
          </a:lstStyle>
          <a:p xmlns:a="http://schemas.openxmlformats.org/drawingml/2006/main">
            <a:pPr algn="ctr">
              <a:lnSpc>
                <a:spcPct val="102000"/>
              </a:lnSpc>
              <a:buNone/>
              <a:defRPr sz="2250" b="1">
                <a:solidFill>
                  <a:srgbClr val="132C43"/>
                </a:solidFill>
                <a:latin typeface="Arial"/>
                <a:ea typeface="Arial"/>
                <a:cs typeface="Arial"/>
              </a:defRPr>
            </a:pPr>
            <a:r>
              <a:rPr sz="2250" b="1">
                <a:solidFill>
                  <a:srgbClr val="132C43"/>
                </a:solidFill>
                <a:latin typeface="Arial"/>
                <a:ea typeface="Arial"/>
                <a:cs typeface="Arial"/>
              </a:rPr>
              <a:t>0.0</a:t>
            </a:r>
          </a:p>
          <a:p xmlns:a="http://schemas.openxmlformats.org/drawingml/2006/main">
            <a:pPr algn="ctr">
              <a:lnSpc>
                <a:spcPct val="102000"/>
              </a:lnSpc>
              <a:buNone/>
              <a:defRPr sz="2250" b="1">
                <a:solidFill>
                  <a:srgbClr val="132C43"/>
                </a:solidFill>
                <a:latin typeface="Arial"/>
                <a:ea typeface="Arial"/>
                <a:cs typeface="Arial"/>
              </a:defRPr>
            </a:pPr>
            <a:r>
              <a:rPr sz="2250" b="1">
                <a:solidFill>
                  <a:srgbClr val="132C43"/>
                </a:solidFill>
                <a:latin typeface="Arial"/>
                <a:ea typeface="Arial"/>
                <a:cs typeface="Arial"/>
              </a:rPr>
              <a:t>ProjectForge AI</a:t>
            </a:r>
          </a:p>
        </p:txBody>
      </p:sp>
      <p:sp>
        <p:nvSpPr>
          <p:cNvPr id="7" name="Generated workspace">
            <a:extLst xmlns:a="http://schemas.openxmlformats.org/drawingml/2006/main">
              <a:ext uri="{FF2B5EF4-FFF2-40B4-BE49-F238E27FC236}">
                <a16:creationId xmlns:a16="http://schemas.microsoft.com/office/drawing/2014/main" id="{8D3BB574-D4FE-4CCF-91E4-E3C58C791038}"/>
              </a:ext>
            </a:extLst>
          </p:cNvPr>
          <p:cNvSpPr>
            <a:spLocks xmlns:a="http://schemas.openxmlformats.org/drawingml/2006/main" noGrp="1"/>
          </p:cNvSpPr>
          <p:nvPr/>
        </p:nvSpPr>
        <p:spPr>
          <a:xfrm xmlns:a="http://schemas.openxmlformats.org/drawingml/2006/main">
            <a:off x="9239250" y="1714500"/>
            <a:ext cx="2381250" cy="809625"/>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75" b="0">
                <a:solidFill>
                  <a:srgbClr val="132C43"/>
                </a:solidFill>
                <a:latin typeface="Arial"/>
                <a:ea typeface="Arial"/>
                <a:cs typeface="Arial"/>
              </a:defRPr>
            </a:defPPr>
          </a:lstStyle>
          <a:p xmlns:a="http://schemas.openxmlformats.org/drawingml/2006/main">
            <a:pPr algn="ctr">
              <a:lnSpc>
                <a:spcPct val="102000"/>
              </a:lnSpc>
              <a:buNone/>
              <a:defRPr sz="1875" b="0">
                <a:solidFill>
                  <a:srgbClr val="132C43"/>
                </a:solidFill>
                <a:latin typeface="Arial"/>
                <a:ea typeface="Arial"/>
                <a:cs typeface="Arial"/>
              </a:defRPr>
            </a:pPr>
            <a:r>
              <a:rPr sz="1875" b="0">
                <a:solidFill>
                  <a:srgbClr val="132C43"/>
                </a:solidFill>
                <a:latin typeface="Arial"/>
                <a:ea typeface="Arial"/>
                <a:cs typeface="Arial"/>
              </a:rPr>
              <a:t>Generated workspace</a:t>
            </a:r>
          </a:p>
        </p:txBody>
      </p:sp>
      <p:sp>
        <p:nvSpPr>
          <p:cNvPr id="8" name="Docker runtime">
            <a:extLst xmlns:a="http://schemas.openxmlformats.org/drawingml/2006/main">
              <a:ext uri="{FF2B5EF4-FFF2-40B4-BE49-F238E27FC236}">
                <a16:creationId xmlns:a16="http://schemas.microsoft.com/office/drawing/2014/main" id="{00E77E4C-D2F8-4D85-A7DF-33ECDDC8B480}"/>
              </a:ext>
            </a:extLst>
          </p:cNvPr>
          <p:cNvSpPr>
            <a:spLocks xmlns:a="http://schemas.openxmlformats.org/drawingml/2006/main" noGrp="1"/>
          </p:cNvSpPr>
          <p:nvPr/>
        </p:nvSpPr>
        <p:spPr>
          <a:xfrm xmlns:a="http://schemas.openxmlformats.org/drawingml/2006/main">
            <a:off x="9239250" y="4191000"/>
            <a:ext cx="2381250" cy="809625"/>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75" b="0">
                <a:solidFill>
                  <a:srgbClr val="132C43"/>
                </a:solidFill>
                <a:latin typeface="Arial"/>
                <a:ea typeface="Arial"/>
                <a:cs typeface="Arial"/>
              </a:defRPr>
            </a:defPPr>
          </a:lstStyle>
          <a:p xmlns:a="http://schemas.openxmlformats.org/drawingml/2006/main">
            <a:pPr algn="ctr">
              <a:lnSpc>
                <a:spcPct val="102000"/>
              </a:lnSpc>
              <a:buNone/>
              <a:defRPr sz="1875" b="0">
                <a:solidFill>
                  <a:srgbClr val="132C43"/>
                </a:solidFill>
                <a:latin typeface="Arial"/>
                <a:ea typeface="Arial"/>
                <a:cs typeface="Arial"/>
              </a:defRPr>
            </a:pPr>
            <a:r>
              <a:rPr sz="1875" b="0">
                <a:solidFill>
                  <a:srgbClr val="132C43"/>
                </a:solidFill>
                <a:latin typeface="Arial"/>
                <a:ea typeface="Arial"/>
                <a:cs typeface="Arial"/>
              </a:rPr>
              <a:t>Docker runtime</a:t>
            </a:r>
          </a:p>
        </p:txBody>
      </p:sp>
      <p:sp>
        <p:nvSpPr>
          <p:cNvPr id="9" name="Visual Studio Code">
            <a:extLst xmlns:a="http://schemas.openxmlformats.org/drawingml/2006/main">
              <a:ext uri="{FF2B5EF4-FFF2-40B4-BE49-F238E27FC236}">
                <a16:creationId xmlns:a16="http://schemas.microsoft.com/office/drawing/2014/main" id="{A42EA81A-5C0D-4A90-8BA7-D76A151176A0}"/>
              </a:ext>
            </a:extLst>
          </p:cNvPr>
          <p:cNvSpPr>
            <a:spLocks xmlns:a="http://schemas.openxmlformats.org/drawingml/2006/main" noGrp="1"/>
          </p:cNvSpPr>
          <p:nvPr/>
        </p:nvSpPr>
        <p:spPr>
          <a:xfrm xmlns:a="http://schemas.openxmlformats.org/drawingml/2006/main">
            <a:off x="4524375" y="5238750"/>
            <a:ext cx="3095625" cy="6667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Visual Studio Code</a:t>
            </a:r>
          </a:p>
        </p:txBody>
      </p:sp>
      <p:sp>
        <p:nvSpPr>
          <p:cNvPr id="10" name="Diagram connector">
            <a:extLst xmlns:a="http://schemas.openxmlformats.org/drawingml/2006/main">
              <a:ext uri="{FF2B5EF4-FFF2-40B4-BE49-F238E27FC236}">
                <a16:creationId xmlns:a16="http://schemas.microsoft.com/office/drawing/2014/main" id="{0E798303-84CA-424D-A182-C73B71FB52A8}"/>
              </a:ext>
            </a:extLst>
          </p:cNvPr>
          <p:cNvSpPr>
            <a:spLocks xmlns:a="http://schemas.openxmlformats.org/drawingml/2006/main" noGrp="1"/>
          </p:cNvSpPr>
          <p:nvPr/>
        </p:nvSpPr>
        <p:spPr>
          <a:xfrm xmlns:a="http://schemas.openxmlformats.org/drawingml/2006/main">
            <a:off x="2714625" y="3048000"/>
            <a:ext cx="1809750" cy="9525"/>
          </a:xfrm>
          <a:custGeom xmlns:a="http://schemas.openxmlformats.org/drawingml/2006/main">
            <a:pathLst>
              <a:path w="1809750" h="9525">
                <a:moveTo>
                  <a:pt x="0" y="0"/>
                </a:moveTo>
                <a:lnTo>
                  <a:pt x="1809750" y="0"/>
                </a:lnTo>
              </a:path>
            </a:pathLst>
          </a:custGeom>
          <a:noFill xmlns:a="http://schemas.openxmlformats.org/drawingml/2006/main"/>
          <a:ln xmlns:a="http://schemas.openxmlformats.org/drawingml/2006/main" w="12383">
            <a:solidFill>
              <a:srgbClr val="132C43"/>
            </a:solidFill>
            <a:prstDash val="solid"/>
          </a:ln>
        </p:spPr>
      </p:sp>
      <p:sp>
        <p:nvSpPr>
          <p:cNvPr id="11" name="Diagram connector">
            <a:extLst xmlns:a="http://schemas.openxmlformats.org/drawingml/2006/main">
              <a:ext uri="{FF2B5EF4-FFF2-40B4-BE49-F238E27FC236}">
                <a16:creationId xmlns:a16="http://schemas.microsoft.com/office/drawing/2014/main" id="{62361E66-BE61-4F61-A44D-BD71565B38CE}"/>
              </a:ext>
            </a:extLst>
          </p:cNvPr>
          <p:cNvSpPr>
            <a:spLocks xmlns:a="http://schemas.openxmlformats.org/drawingml/2006/main" noGrp="1"/>
          </p:cNvSpPr>
          <p:nvPr/>
        </p:nvSpPr>
        <p:spPr>
          <a:xfrm xmlns:a="http://schemas.openxmlformats.org/drawingml/2006/main">
            <a:off x="4429125" y="30099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2" name="Idea / answers">
            <a:extLst xmlns:a="http://schemas.openxmlformats.org/drawingml/2006/main">
              <a:ext uri="{FF2B5EF4-FFF2-40B4-BE49-F238E27FC236}">
                <a16:creationId xmlns:a16="http://schemas.microsoft.com/office/drawing/2014/main" id="{0416CF86-B84E-49D3-A05A-DAF3898854DB}"/>
              </a:ext>
            </a:extLst>
          </p:cNvPr>
          <p:cNvSpPr>
            <a:spLocks xmlns:a="http://schemas.openxmlformats.org/drawingml/2006/main" noGrp="1"/>
          </p:cNvSpPr>
          <p:nvPr/>
        </p:nvSpPr>
        <p:spPr>
          <a:xfrm xmlns:a="http://schemas.openxmlformats.org/drawingml/2006/main">
            <a:off x="2143125" y="279082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Idea / answers</a:t>
            </a:r>
          </a:p>
        </p:txBody>
      </p:sp>
      <p:sp>
        <p:nvSpPr>
          <p:cNvPr id="13" name="Diagram connector">
            <a:extLst xmlns:a="http://schemas.openxmlformats.org/drawingml/2006/main">
              <a:ext uri="{FF2B5EF4-FFF2-40B4-BE49-F238E27FC236}">
                <a16:creationId xmlns:a16="http://schemas.microsoft.com/office/drawing/2014/main" id="{E3350090-C0A0-4F7A-BDD6-62F93B1E1690}"/>
              </a:ext>
            </a:extLst>
          </p:cNvPr>
          <p:cNvSpPr>
            <a:spLocks xmlns:a="http://schemas.openxmlformats.org/drawingml/2006/main" noGrp="1"/>
          </p:cNvSpPr>
          <p:nvPr/>
        </p:nvSpPr>
        <p:spPr>
          <a:xfrm xmlns:a="http://schemas.openxmlformats.org/drawingml/2006/main">
            <a:off x="2714625" y="3714750"/>
            <a:ext cx="1809750" cy="9525"/>
          </a:xfrm>
          <a:custGeom xmlns:a="http://schemas.openxmlformats.org/drawingml/2006/main">
            <a:pathLst>
              <a:path w="1809750" h="9525">
                <a:moveTo>
                  <a:pt x="1809750" y="0"/>
                </a:moveTo>
                <a:lnTo>
                  <a:pt x="0" y="0"/>
                </a:lnTo>
              </a:path>
            </a:pathLst>
          </a:custGeom>
          <a:noFill xmlns:a="http://schemas.openxmlformats.org/drawingml/2006/main"/>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C912DB70-B34B-4FB0-8C79-A991712058A3}"/>
              </a:ext>
            </a:extLst>
          </p:cNvPr>
          <p:cNvSpPr>
            <a:spLocks xmlns:a="http://schemas.openxmlformats.org/drawingml/2006/main" noGrp="1"/>
          </p:cNvSpPr>
          <p:nvPr/>
        </p:nvSpPr>
        <p:spPr>
          <a:xfrm xmlns:a="http://schemas.openxmlformats.org/drawingml/2006/main">
            <a:off x="2714625" y="36766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5" name="Blueprint / results">
            <a:extLst xmlns:a="http://schemas.openxmlformats.org/drawingml/2006/main">
              <a:ext uri="{FF2B5EF4-FFF2-40B4-BE49-F238E27FC236}">
                <a16:creationId xmlns:a16="http://schemas.microsoft.com/office/drawing/2014/main" id="{6FFA0F15-3F54-4623-ADA2-EB85D5E5BE9D}"/>
              </a:ext>
            </a:extLst>
          </p:cNvPr>
          <p:cNvSpPr>
            <a:spLocks xmlns:a="http://schemas.openxmlformats.org/drawingml/2006/main" noGrp="1"/>
          </p:cNvSpPr>
          <p:nvPr/>
        </p:nvSpPr>
        <p:spPr>
          <a:xfrm xmlns:a="http://schemas.openxmlformats.org/drawingml/2006/main">
            <a:off x="2143125" y="34575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Blueprint / results</a:t>
            </a:r>
          </a:p>
        </p:txBody>
      </p:sp>
      <p:sp>
        <p:nvSpPr>
          <p:cNvPr id="16" name="Diagram connector">
            <a:extLst xmlns:a="http://schemas.openxmlformats.org/drawingml/2006/main">
              <a:ext uri="{FF2B5EF4-FFF2-40B4-BE49-F238E27FC236}">
                <a16:creationId xmlns:a16="http://schemas.microsoft.com/office/drawing/2014/main" id="{925EDBD9-164E-4028-ACC7-83B4F336D74E}"/>
              </a:ext>
            </a:extLst>
          </p:cNvPr>
          <p:cNvSpPr>
            <a:spLocks xmlns:a="http://schemas.openxmlformats.org/drawingml/2006/main" noGrp="1"/>
          </p:cNvSpPr>
          <p:nvPr/>
        </p:nvSpPr>
        <p:spPr>
          <a:xfrm xmlns:a="http://schemas.openxmlformats.org/drawingml/2006/main">
            <a:off x="7620000" y="2114550"/>
            <a:ext cx="1619250" cy="742950"/>
          </a:xfrm>
          <a:custGeom xmlns:a="http://schemas.openxmlformats.org/drawingml/2006/main">
            <a:pathLst>
              <a:path w="1619250" h="742950">
                <a:moveTo>
                  <a:pt x="0" y="742950"/>
                </a:moveTo>
                <a:lnTo>
                  <a:pt x="714375" y="742950"/>
                </a:lnTo>
                <a:lnTo>
                  <a:pt x="714375" y="0"/>
                </a:lnTo>
                <a:lnTo>
                  <a:pt x="1619250" y="0"/>
                </a:lnTo>
              </a:path>
            </a:pathLst>
          </a:custGeom>
          <a:noFill xmlns:a="http://schemas.openxmlformats.org/drawingml/2006/main"/>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80C38170-B188-4B50-B864-C20123816B25}"/>
              </a:ext>
            </a:extLst>
          </p:cNvPr>
          <p:cNvSpPr>
            <a:spLocks xmlns:a="http://schemas.openxmlformats.org/drawingml/2006/main" noGrp="1"/>
          </p:cNvSpPr>
          <p:nvPr/>
        </p:nvSpPr>
        <p:spPr>
          <a:xfrm xmlns:a="http://schemas.openxmlformats.org/drawingml/2006/main">
            <a:off x="9144000" y="207645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8" name="Source files">
            <a:extLst xmlns:a="http://schemas.openxmlformats.org/drawingml/2006/main">
              <a:ext uri="{FF2B5EF4-FFF2-40B4-BE49-F238E27FC236}">
                <a16:creationId xmlns:a16="http://schemas.microsoft.com/office/drawing/2014/main" id="{4A543B7A-401E-4B4C-A5F6-F31C33454EAC}"/>
              </a:ext>
            </a:extLst>
          </p:cNvPr>
          <p:cNvSpPr>
            <a:spLocks xmlns:a="http://schemas.openxmlformats.org/drawingml/2006/main" noGrp="1"/>
          </p:cNvSpPr>
          <p:nvPr/>
        </p:nvSpPr>
        <p:spPr>
          <a:xfrm xmlns:a="http://schemas.openxmlformats.org/drawingml/2006/main">
            <a:off x="7839075" y="2333625"/>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Source files</a:t>
            </a:r>
          </a:p>
        </p:txBody>
      </p:sp>
      <p:sp>
        <p:nvSpPr>
          <p:cNvPr id="19" name="Diagram connector">
            <a:extLst xmlns:a="http://schemas.openxmlformats.org/drawingml/2006/main">
              <a:ext uri="{FF2B5EF4-FFF2-40B4-BE49-F238E27FC236}">
                <a16:creationId xmlns:a16="http://schemas.microsoft.com/office/drawing/2014/main" id="{E350BCE9-24ED-47F5-9058-22B07E013584}"/>
              </a:ext>
            </a:extLst>
          </p:cNvPr>
          <p:cNvSpPr>
            <a:spLocks xmlns:a="http://schemas.openxmlformats.org/drawingml/2006/main" noGrp="1"/>
          </p:cNvSpPr>
          <p:nvPr/>
        </p:nvSpPr>
        <p:spPr>
          <a:xfrm xmlns:a="http://schemas.openxmlformats.org/drawingml/2006/main">
            <a:off x="7620000" y="3619500"/>
            <a:ext cx="1619250" cy="971550"/>
          </a:xfrm>
          <a:custGeom xmlns:a="http://schemas.openxmlformats.org/drawingml/2006/main">
            <a:pathLst>
              <a:path w="1619250" h="971550">
                <a:moveTo>
                  <a:pt x="0" y="0"/>
                </a:moveTo>
                <a:lnTo>
                  <a:pt x="714375" y="0"/>
                </a:lnTo>
                <a:lnTo>
                  <a:pt x="714375" y="971550"/>
                </a:lnTo>
                <a:lnTo>
                  <a:pt x="1619250" y="971550"/>
                </a:lnTo>
              </a:path>
            </a:pathLst>
          </a:custGeom>
          <a:noFill xmlns:a="http://schemas.openxmlformats.org/drawingml/2006/main"/>
          <a:ln xmlns:a="http://schemas.openxmlformats.org/drawingml/2006/main" w="12383">
            <a:solidFill>
              <a:srgbClr val="132C43"/>
            </a:solidFill>
            <a:prstDash val="solid"/>
          </a:ln>
        </p:spPr>
      </p:sp>
      <p:sp>
        <p:nvSpPr>
          <p:cNvPr id="20" name="Diagram connector">
            <a:extLst xmlns:a="http://schemas.openxmlformats.org/drawingml/2006/main">
              <a:ext uri="{FF2B5EF4-FFF2-40B4-BE49-F238E27FC236}">
                <a16:creationId xmlns:a16="http://schemas.microsoft.com/office/drawing/2014/main" id="{0C843FF9-76FC-4D4D-AF05-AD6D59EE60E0}"/>
              </a:ext>
            </a:extLst>
          </p:cNvPr>
          <p:cNvSpPr>
            <a:spLocks xmlns:a="http://schemas.openxmlformats.org/drawingml/2006/main" noGrp="1"/>
          </p:cNvSpPr>
          <p:nvPr/>
        </p:nvSpPr>
        <p:spPr>
          <a:xfrm xmlns:a="http://schemas.openxmlformats.org/drawingml/2006/main">
            <a:off x="9144000" y="455295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1" name="Commands / results">
            <a:extLst xmlns:a="http://schemas.openxmlformats.org/drawingml/2006/main">
              <a:ext uri="{FF2B5EF4-FFF2-40B4-BE49-F238E27FC236}">
                <a16:creationId xmlns:a16="http://schemas.microsoft.com/office/drawing/2014/main" id="{4B83EF48-D9FD-4124-BD5A-A00F801E35BD}"/>
              </a:ext>
            </a:extLst>
          </p:cNvPr>
          <p:cNvSpPr>
            <a:spLocks xmlns:a="http://schemas.openxmlformats.org/drawingml/2006/main" noGrp="1"/>
          </p:cNvSpPr>
          <p:nvPr/>
        </p:nvSpPr>
        <p:spPr>
          <a:xfrm xmlns:a="http://schemas.openxmlformats.org/drawingml/2006/main">
            <a:off x="7953375" y="5067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Commands / results</a:t>
            </a:r>
          </a:p>
        </p:txBody>
      </p:sp>
      <p:sp>
        <p:nvSpPr>
          <p:cNvPr id="22" name="Diagram connector">
            <a:extLst xmlns:a="http://schemas.openxmlformats.org/drawingml/2006/main">
              <a:ext uri="{FF2B5EF4-FFF2-40B4-BE49-F238E27FC236}">
                <a16:creationId xmlns:a16="http://schemas.microsoft.com/office/drawing/2014/main" id="{29F43BE9-FAB8-4012-8BFB-737E4FC60921}"/>
              </a:ext>
            </a:extLst>
          </p:cNvPr>
          <p:cNvSpPr>
            <a:spLocks xmlns:a="http://schemas.openxmlformats.org/drawingml/2006/main" noGrp="1"/>
          </p:cNvSpPr>
          <p:nvPr/>
        </p:nvSpPr>
        <p:spPr>
          <a:xfrm xmlns:a="http://schemas.openxmlformats.org/drawingml/2006/main">
            <a:off x="6048375" y="4048125"/>
            <a:ext cx="9525" cy="1190625"/>
          </a:xfrm>
          <a:custGeom xmlns:a="http://schemas.openxmlformats.org/drawingml/2006/main">
            <a:pathLst>
              <a:path w="9525" h="1190625">
                <a:moveTo>
                  <a:pt x="0" y="0"/>
                </a:moveTo>
                <a:lnTo>
                  <a:pt x="0" y="1190625"/>
                </a:lnTo>
              </a:path>
            </a:pathLst>
          </a:custGeom>
          <a:noFill xmlns:a="http://schemas.openxmlformats.org/drawingml/2006/main"/>
          <a:ln xmlns:a="http://schemas.openxmlformats.org/drawingml/2006/main" w="12383">
            <a:solidFill>
              <a:srgbClr val="132C43"/>
            </a:solidFill>
            <a:prstDash val="solid"/>
          </a:ln>
        </p:spPr>
      </p:sp>
      <p:sp>
        <p:nvSpPr>
          <p:cNvPr id="23" name="Diagram connector">
            <a:extLst xmlns:a="http://schemas.openxmlformats.org/drawingml/2006/main">
              <a:ext uri="{FF2B5EF4-FFF2-40B4-BE49-F238E27FC236}">
                <a16:creationId xmlns:a16="http://schemas.microsoft.com/office/drawing/2014/main" id="{4B9A4E0E-06ED-4A12-A5AB-58C299570C17}"/>
              </a:ext>
            </a:extLst>
          </p:cNvPr>
          <p:cNvSpPr>
            <a:spLocks xmlns:a="http://schemas.openxmlformats.org/drawingml/2006/main" noGrp="1"/>
          </p:cNvSpPr>
          <p:nvPr/>
        </p:nvSpPr>
        <p:spPr>
          <a:xfrm xmlns:a="http://schemas.openxmlformats.org/drawingml/2006/main">
            <a:off x="6010275" y="514350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4" name="Verified project">
            <a:extLst xmlns:a="http://schemas.openxmlformats.org/drawingml/2006/main">
              <a:ext uri="{FF2B5EF4-FFF2-40B4-BE49-F238E27FC236}">
                <a16:creationId xmlns:a16="http://schemas.microsoft.com/office/drawing/2014/main" id="{AEC0B5BC-18FB-4452-B7E0-BB8B6022C2C5}"/>
              </a:ext>
            </a:extLst>
          </p:cNvPr>
          <p:cNvSpPr>
            <a:spLocks xmlns:a="http://schemas.openxmlformats.org/drawingml/2006/main" noGrp="1"/>
          </p:cNvSpPr>
          <p:nvPr/>
        </p:nvSpPr>
        <p:spPr>
          <a:xfrm xmlns:a="http://schemas.openxmlformats.org/drawingml/2006/main">
            <a:off x="4572000" y="4386263"/>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Verified project</a:t>
            </a:r>
          </a:p>
        </p:txBody>
      </p:sp>
      <p:sp>
        <p:nvSpPr>
          <p:cNvPr id="25" name="Context view: user input becomes planning artifacts, generated files a">
            <a:extLst xmlns:a="http://schemas.openxmlformats.org/drawingml/2006/main">
              <a:ext uri="{FF2B5EF4-FFF2-40B4-BE49-F238E27FC236}">
                <a16:creationId xmlns:a16="http://schemas.microsoft.com/office/drawing/2014/main" id="{733F82CE-8B74-4DA0-9F45-6022D1370CEE}"/>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Context view: user input becomes planning artifacts, generated files and verification results.</a:t>
            </a:r>
          </a:p>
        </p:txBody>
      </p:sp>
    </p:spTree>
    <p:extLst>
      <p:ext uri="{BB962C8B-B14F-4D97-AF65-F5344CB8AC3E}">
        <p14:creationId xmlns:p14="http://schemas.microsoft.com/office/powerpoint/2010/main" val="4345203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2.1 MAIN PROCESSES">
            <a:extLst xmlns:a="http://schemas.openxmlformats.org/drawingml/2006/main">
              <a:ext uri="{FF2B5EF4-FFF2-40B4-BE49-F238E27FC236}">
                <a16:creationId xmlns:a16="http://schemas.microsoft.com/office/drawing/2014/main" id="{B681CAB3-3468-45AF-925D-642263DA570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MAIN PROCESSES</a:t>
            </a:r>
          </a:p>
        </p:txBody>
      </p:sp>
      <p:sp>
        <p:nvSpPr>
          <p:cNvPr id="2" name="Level 1 data flow diagram">
            <a:extLst xmlns:a="http://schemas.openxmlformats.org/drawingml/2006/main">
              <a:ext uri="{FF2B5EF4-FFF2-40B4-BE49-F238E27FC236}">
                <a16:creationId xmlns:a16="http://schemas.microsoft.com/office/drawing/2014/main" id="{2C20B094-C943-4C00-A7E8-96B3411D0925}"/>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1 data flow diagram</a:t>
            </a:r>
          </a:p>
        </p:txBody>
      </p:sp>
      <p:sp>
        <p:nvSpPr>
          <p:cNvPr id="3" name="PROJECTFORGE AI">
            <a:extLst xmlns:a="http://schemas.openxmlformats.org/drawingml/2006/main">
              <a:ext uri="{FF2B5EF4-FFF2-40B4-BE49-F238E27FC236}">
                <a16:creationId xmlns:a16="http://schemas.microsoft.com/office/drawing/2014/main" id="{B4738E3B-39BF-4B69-A841-B26DB9AF4409}"/>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3">
            <a:extLst xmlns:a="http://schemas.openxmlformats.org/drawingml/2006/main">
              <a:ext uri="{FF2B5EF4-FFF2-40B4-BE49-F238E27FC236}">
                <a16:creationId xmlns:a16="http://schemas.microsoft.com/office/drawing/2014/main" id="{5FF33EE5-F608-48A6-92AB-7F0419042626}"/>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13</a:t>
            </a:r>
          </a:p>
        </p:txBody>
      </p:sp>
      <p:sp>
        <p:nvSpPr>
          <p:cNvPr id="5" name="1.0  Intake and clarification">
            <a:extLst xmlns:a="http://schemas.openxmlformats.org/drawingml/2006/main">
              <a:ext uri="{FF2B5EF4-FFF2-40B4-BE49-F238E27FC236}">
                <a16:creationId xmlns:a16="http://schemas.microsoft.com/office/drawing/2014/main" id="{44938744-273B-4D9A-8616-7EB655817533}"/>
              </a:ext>
            </a:extLst>
          </p:cNvPr>
          <p:cNvSpPr>
            <a:spLocks xmlns:a="http://schemas.openxmlformats.org/drawingml/2006/main" noGrp="1"/>
          </p:cNvSpPr>
          <p:nvPr/>
        </p:nvSpPr>
        <p:spPr>
          <a:xfrm xmlns:a="http://schemas.openxmlformats.org/drawingml/2006/main">
            <a:off x="619125" y="1438275"/>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1.0  Intake and clarification</a:t>
            </a:r>
          </a:p>
        </p:txBody>
      </p:sp>
      <p:sp>
        <p:nvSpPr>
          <p:cNvPr id="6" name="2.0  Specialist analysis and conflict review">
            <a:extLst xmlns:a="http://schemas.openxmlformats.org/drawingml/2006/main">
              <a:ext uri="{FF2B5EF4-FFF2-40B4-BE49-F238E27FC236}">
                <a16:creationId xmlns:a16="http://schemas.microsoft.com/office/drawing/2014/main" id="{7CBFE32B-338B-4E13-9A44-7C7A037A34CF}"/>
              </a:ext>
            </a:extLst>
          </p:cNvPr>
          <p:cNvSpPr>
            <a:spLocks xmlns:a="http://schemas.openxmlformats.org/drawingml/2006/main" noGrp="1"/>
          </p:cNvSpPr>
          <p:nvPr/>
        </p:nvSpPr>
        <p:spPr>
          <a:xfrm xmlns:a="http://schemas.openxmlformats.org/drawingml/2006/main">
            <a:off x="619125" y="2381250"/>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2.0  Specialist analysis and conflict review</a:t>
            </a:r>
          </a:p>
        </p:txBody>
      </p:sp>
      <p:sp>
        <p:nvSpPr>
          <p:cNvPr id="7" name="3.0  Blueprint and build specification">
            <a:extLst xmlns:a="http://schemas.openxmlformats.org/drawingml/2006/main">
              <a:ext uri="{FF2B5EF4-FFF2-40B4-BE49-F238E27FC236}">
                <a16:creationId xmlns:a16="http://schemas.microsoft.com/office/drawing/2014/main" id="{2DA81CC9-BEC4-4F23-8394-494C0ABFE1E0}"/>
              </a:ext>
            </a:extLst>
          </p:cNvPr>
          <p:cNvSpPr>
            <a:spLocks xmlns:a="http://schemas.openxmlformats.org/drawingml/2006/main" noGrp="1"/>
          </p:cNvSpPr>
          <p:nvPr/>
        </p:nvSpPr>
        <p:spPr>
          <a:xfrm xmlns:a="http://schemas.openxmlformats.org/drawingml/2006/main">
            <a:off x="619125" y="3324225"/>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3.0  Blueprint and build specification</a:t>
            </a:r>
          </a:p>
        </p:txBody>
      </p:sp>
      <p:sp>
        <p:nvSpPr>
          <p:cNvPr id="8" name="4.0  Task graph and source generation">
            <a:extLst xmlns:a="http://schemas.openxmlformats.org/drawingml/2006/main">
              <a:ext uri="{FF2B5EF4-FFF2-40B4-BE49-F238E27FC236}">
                <a16:creationId xmlns:a16="http://schemas.microsoft.com/office/drawing/2014/main" id="{5B7D90E0-A010-46AA-B3F4-EAE0D1C986B7}"/>
              </a:ext>
            </a:extLst>
          </p:cNvPr>
          <p:cNvSpPr>
            <a:spLocks xmlns:a="http://schemas.openxmlformats.org/drawingml/2006/main" noGrp="1"/>
          </p:cNvSpPr>
          <p:nvPr/>
        </p:nvSpPr>
        <p:spPr>
          <a:xfrm xmlns:a="http://schemas.openxmlformats.org/drawingml/2006/main">
            <a:off x="619125" y="4267200"/>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4.0  Task graph and source generation</a:t>
            </a:r>
          </a:p>
        </p:txBody>
      </p:sp>
      <p:sp>
        <p:nvSpPr>
          <p:cNvPr id="9" name="5.0  Isolated testing and bounded repair">
            <a:extLst xmlns:a="http://schemas.openxmlformats.org/drawingml/2006/main">
              <a:ext uri="{FF2B5EF4-FFF2-40B4-BE49-F238E27FC236}">
                <a16:creationId xmlns:a16="http://schemas.microsoft.com/office/drawing/2014/main" id="{9F313A85-F849-4A86-8E69-B25CCA287681}"/>
              </a:ext>
            </a:extLst>
          </p:cNvPr>
          <p:cNvSpPr>
            <a:spLocks xmlns:a="http://schemas.openxmlformats.org/drawingml/2006/main" noGrp="1"/>
          </p:cNvSpPr>
          <p:nvPr/>
        </p:nvSpPr>
        <p:spPr>
          <a:xfrm xmlns:a="http://schemas.openxmlformats.org/drawingml/2006/main">
            <a:off x="619125" y="5210175"/>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5.0  Isolated testing and bounded repair</a:t>
            </a:r>
          </a:p>
        </p:txBody>
      </p:sp>
      <p:sp>
        <p:nvSpPr>
          <p:cNvPr id="10" name="Diagram connector">
            <a:extLst xmlns:a="http://schemas.openxmlformats.org/drawingml/2006/main">
              <a:ext uri="{FF2B5EF4-FFF2-40B4-BE49-F238E27FC236}">
                <a16:creationId xmlns:a16="http://schemas.microsoft.com/office/drawing/2014/main" id="{4DBCBB4F-C7FA-4580-918A-FBF281F3C671}"/>
              </a:ext>
            </a:extLst>
          </p:cNvPr>
          <p:cNvSpPr>
            <a:spLocks xmlns:a="http://schemas.openxmlformats.org/drawingml/2006/main" noGrp="1"/>
          </p:cNvSpPr>
          <p:nvPr/>
        </p:nvSpPr>
        <p:spPr>
          <a:xfrm xmlns:a="http://schemas.openxmlformats.org/drawingml/2006/main">
            <a:off x="2905125" y="2057400"/>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1" name="Diagram connector">
            <a:extLst xmlns:a="http://schemas.openxmlformats.org/drawingml/2006/main">
              <a:ext uri="{FF2B5EF4-FFF2-40B4-BE49-F238E27FC236}">
                <a16:creationId xmlns:a16="http://schemas.microsoft.com/office/drawing/2014/main" id="{E519E73F-3199-4D94-B0D4-A97EEED71381}"/>
              </a:ext>
            </a:extLst>
          </p:cNvPr>
          <p:cNvSpPr>
            <a:spLocks xmlns:a="http://schemas.openxmlformats.org/drawingml/2006/main" noGrp="1"/>
          </p:cNvSpPr>
          <p:nvPr/>
        </p:nvSpPr>
        <p:spPr>
          <a:xfrm xmlns:a="http://schemas.openxmlformats.org/drawingml/2006/main">
            <a:off x="2867025" y="228600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2" name="Diagram connector">
            <a:extLst xmlns:a="http://schemas.openxmlformats.org/drawingml/2006/main">
              <a:ext uri="{FF2B5EF4-FFF2-40B4-BE49-F238E27FC236}">
                <a16:creationId xmlns:a16="http://schemas.microsoft.com/office/drawing/2014/main" id="{8F606523-44EA-4F3A-807A-BF5DC4EC8BEC}"/>
              </a:ext>
            </a:extLst>
          </p:cNvPr>
          <p:cNvSpPr>
            <a:spLocks xmlns:a="http://schemas.openxmlformats.org/drawingml/2006/main" noGrp="1"/>
          </p:cNvSpPr>
          <p:nvPr/>
        </p:nvSpPr>
        <p:spPr>
          <a:xfrm xmlns:a="http://schemas.openxmlformats.org/drawingml/2006/main">
            <a:off x="2905125" y="3000375"/>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3" name="Diagram connector">
            <a:extLst xmlns:a="http://schemas.openxmlformats.org/drawingml/2006/main">
              <a:ext uri="{FF2B5EF4-FFF2-40B4-BE49-F238E27FC236}">
                <a16:creationId xmlns:a16="http://schemas.microsoft.com/office/drawing/2014/main" id="{9A044C0E-2168-45E5-923A-0127E7E978AF}"/>
              </a:ext>
            </a:extLst>
          </p:cNvPr>
          <p:cNvSpPr>
            <a:spLocks xmlns:a="http://schemas.openxmlformats.org/drawingml/2006/main" noGrp="1"/>
          </p:cNvSpPr>
          <p:nvPr/>
        </p:nvSpPr>
        <p:spPr>
          <a:xfrm xmlns:a="http://schemas.openxmlformats.org/drawingml/2006/main">
            <a:off x="2867025" y="322897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C19A8C6A-1373-48A9-A972-A52A3047CD10}"/>
              </a:ext>
            </a:extLst>
          </p:cNvPr>
          <p:cNvSpPr>
            <a:spLocks xmlns:a="http://schemas.openxmlformats.org/drawingml/2006/main" noGrp="1"/>
          </p:cNvSpPr>
          <p:nvPr/>
        </p:nvSpPr>
        <p:spPr>
          <a:xfrm xmlns:a="http://schemas.openxmlformats.org/drawingml/2006/main">
            <a:off x="2905125" y="3943350"/>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5" name="Diagram connector">
            <a:extLst xmlns:a="http://schemas.openxmlformats.org/drawingml/2006/main">
              <a:ext uri="{FF2B5EF4-FFF2-40B4-BE49-F238E27FC236}">
                <a16:creationId xmlns:a16="http://schemas.microsoft.com/office/drawing/2014/main" id="{50B50A5A-840A-4729-9895-21B56C427170}"/>
              </a:ext>
            </a:extLst>
          </p:cNvPr>
          <p:cNvSpPr>
            <a:spLocks xmlns:a="http://schemas.openxmlformats.org/drawingml/2006/main" noGrp="1"/>
          </p:cNvSpPr>
          <p:nvPr/>
        </p:nvSpPr>
        <p:spPr>
          <a:xfrm xmlns:a="http://schemas.openxmlformats.org/drawingml/2006/main">
            <a:off x="2867025" y="417195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6" name="Diagram connector">
            <a:extLst xmlns:a="http://schemas.openxmlformats.org/drawingml/2006/main">
              <a:ext uri="{FF2B5EF4-FFF2-40B4-BE49-F238E27FC236}">
                <a16:creationId xmlns:a16="http://schemas.microsoft.com/office/drawing/2014/main" id="{BEA3E687-5D1B-4B01-86E8-05FFC994EA08}"/>
              </a:ext>
            </a:extLst>
          </p:cNvPr>
          <p:cNvSpPr>
            <a:spLocks xmlns:a="http://schemas.openxmlformats.org/drawingml/2006/main" noGrp="1"/>
          </p:cNvSpPr>
          <p:nvPr/>
        </p:nvSpPr>
        <p:spPr>
          <a:xfrm xmlns:a="http://schemas.openxmlformats.org/drawingml/2006/main">
            <a:off x="2905125" y="4886325"/>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1A67A3C8-7ACF-40B7-A9AA-69833BC76F4A}"/>
              </a:ext>
            </a:extLst>
          </p:cNvPr>
          <p:cNvSpPr>
            <a:spLocks xmlns:a="http://schemas.openxmlformats.org/drawingml/2006/main" noGrp="1"/>
          </p:cNvSpPr>
          <p:nvPr/>
        </p:nvSpPr>
        <p:spPr>
          <a:xfrm xmlns:a="http://schemas.openxmlformats.org/drawingml/2006/main">
            <a:off x="2867025" y="511492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8" name="D1  SQLite project state&#10;requirements, history, events">
            <a:extLst xmlns:a="http://schemas.openxmlformats.org/drawingml/2006/main">
              <a:ext uri="{FF2B5EF4-FFF2-40B4-BE49-F238E27FC236}">
                <a16:creationId xmlns:a16="http://schemas.microsoft.com/office/drawing/2014/main" id="{04123C9A-F58A-4122-9AF3-5B4E7A1A33E3}"/>
              </a:ext>
            </a:extLst>
          </p:cNvPr>
          <p:cNvSpPr>
            <a:spLocks xmlns:a="http://schemas.openxmlformats.org/drawingml/2006/main" noGrp="1"/>
          </p:cNvSpPr>
          <p:nvPr/>
        </p:nvSpPr>
        <p:spPr>
          <a:xfrm xmlns:a="http://schemas.openxmlformats.org/drawingml/2006/main">
            <a:off x="7858125" y="1762125"/>
            <a:ext cx="3619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D1  SQLite project state</a:t>
            </a:r>
          </a:p>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requirements, history, events</a:t>
            </a:r>
          </a:p>
        </p:txBody>
      </p:sp>
      <p:sp>
        <p:nvSpPr>
          <p:cNvPr id="19" name="D2  build_spec.json">
            <a:extLst xmlns:a="http://schemas.openxmlformats.org/drawingml/2006/main">
              <a:ext uri="{FF2B5EF4-FFF2-40B4-BE49-F238E27FC236}">
                <a16:creationId xmlns:a16="http://schemas.microsoft.com/office/drawing/2014/main" id="{6340088F-5B1E-4283-97E1-46A2E53EFFAA}"/>
              </a:ext>
            </a:extLst>
          </p:cNvPr>
          <p:cNvSpPr>
            <a:spLocks xmlns:a="http://schemas.openxmlformats.org/drawingml/2006/main" noGrp="1"/>
          </p:cNvSpPr>
          <p:nvPr/>
        </p:nvSpPr>
        <p:spPr>
          <a:xfrm xmlns:a="http://schemas.openxmlformats.org/drawingml/2006/main">
            <a:off x="7858125" y="3476625"/>
            <a:ext cx="3619500" cy="7620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D2  build_spec.json</a:t>
            </a:r>
          </a:p>
        </p:txBody>
      </p:sp>
      <p:sp>
        <p:nvSpPr>
          <p:cNvPr id="20" name="D3  Generated repository&#10;source and test reports">
            <a:extLst xmlns:a="http://schemas.openxmlformats.org/drawingml/2006/main">
              <a:ext uri="{FF2B5EF4-FFF2-40B4-BE49-F238E27FC236}">
                <a16:creationId xmlns:a16="http://schemas.microsoft.com/office/drawing/2014/main" id="{86661615-4556-481F-AF85-EB563DA47CBA}"/>
              </a:ext>
            </a:extLst>
          </p:cNvPr>
          <p:cNvSpPr>
            <a:spLocks xmlns:a="http://schemas.openxmlformats.org/drawingml/2006/main" noGrp="1"/>
          </p:cNvSpPr>
          <p:nvPr/>
        </p:nvSpPr>
        <p:spPr>
          <a:xfrm xmlns:a="http://schemas.openxmlformats.org/drawingml/2006/main">
            <a:off x="7858125" y="5095875"/>
            <a:ext cx="3619500"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D3  Generated repository</a:t>
            </a:r>
          </a:p>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source and test reports</a:t>
            </a:r>
          </a:p>
        </p:txBody>
      </p:sp>
      <p:sp>
        <p:nvSpPr>
          <p:cNvPr id="21" name="Diagram connector">
            <a:extLst xmlns:a="http://schemas.openxmlformats.org/drawingml/2006/main">
              <a:ext uri="{FF2B5EF4-FFF2-40B4-BE49-F238E27FC236}">
                <a16:creationId xmlns:a16="http://schemas.microsoft.com/office/drawing/2014/main" id="{FE7222D2-67C7-46A0-B6E9-562D307799AC}"/>
              </a:ext>
            </a:extLst>
          </p:cNvPr>
          <p:cNvSpPr>
            <a:spLocks xmlns:a="http://schemas.openxmlformats.org/drawingml/2006/main" noGrp="1"/>
          </p:cNvSpPr>
          <p:nvPr/>
        </p:nvSpPr>
        <p:spPr>
          <a:xfrm xmlns:a="http://schemas.openxmlformats.org/drawingml/2006/main">
            <a:off x="5191125" y="1733550"/>
            <a:ext cx="2667000" cy="361950"/>
          </a:xfrm>
          <a:custGeom xmlns:a="http://schemas.openxmlformats.org/drawingml/2006/main">
            <a:pathLst>
              <a:path w="2667000" h="361950">
                <a:moveTo>
                  <a:pt x="0" y="0"/>
                </a:moveTo>
                <a:lnTo>
                  <a:pt x="1381125" y="0"/>
                </a:lnTo>
                <a:lnTo>
                  <a:pt x="1381125" y="361950"/>
                </a:lnTo>
                <a:lnTo>
                  <a:pt x="2667000" y="361950"/>
                </a:lnTo>
              </a:path>
            </a:pathLst>
          </a:custGeom>
          <a:noFill xmlns:a="http://schemas.openxmlformats.org/drawingml/2006/main"/>
          <a:ln xmlns:a="http://schemas.openxmlformats.org/drawingml/2006/main" w="12383">
            <a:solidFill>
              <a:srgbClr val="132C43"/>
            </a:solidFill>
            <a:prstDash val="solid"/>
          </a:ln>
        </p:spPr>
      </p:sp>
      <p:sp>
        <p:nvSpPr>
          <p:cNvPr id="22" name="Diagram connector">
            <a:extLst xmlns:a="http://schemas.openxmlformats.org/drawingml/2006/main">
              <a:ext uri="{FF2B5EF4-FFF2-40B4-BE49-F238E27FC236}">
                <a16:creationId xmlns:a16="http://schemas.microsoft.com/office/drawing/2014/main" id="{49AF6336-3EC6-45F9-95DA-711BDA8068CA}"/>
              </a:ext>
            </a:extLst>
          </p:cNvPr>
          <p:cNvSpPr>
            <a:spLocks xmlns:a="http://schemas.openxmlformats.org/drawingml/2006/main" noGrp="1"/>
          </p:cNvSpPr>
          <p:nvPr/>
        </p:nvSpPr>
        <p:spPr>
          <a:xfrm xmlns:a="http://schemas.openxmlformats.org/drawingml/2006/main">
            <a:off x="7762875" y="20574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3" name="Persist context">
            <a:extLst xmlns:a="http://schemas.openxmlformats.org/drawingml/2006/main">
              <a:ext uri="{FF2B5EF4-FFF2-40B4-BE49-F238E27FC236}">
                <a16:creationId xmlns:a16="http://schemas.microsoft.com/office/drawing/2014/main" id="{CD6E826C-E3C3-4BA4-9E1A-FDEDD22D945D}"/>
              </a:ext>
            </a:extLst>
          </p:cNvPr>
          <p:cNvSpPr>
            <a:spLocks xmlns:a="http://schemas.openxmlformats.org/drawingml/2006/main" noGrp="1"/>
          </p:cNvSpPr>
          <p:nvPr/>
        </p:nvSpPr>
        <p:spPr>
          <a:xfrm xmlns:a="http://schemas.openxmlformats.org/drawingml/2006/main">
            <a:off x="5476875" y="1333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Persist context</a:t>
            </a:r>
          </a:p>
        </p:txBody>
      </p:sp>
      <p:sp>
        <p:nvSpPr>
          <p:cNvPr id="24" name="Diagram connector">
            <a:extLst xmlns:a="http://schemas.openxmlformats.org/drawingml/2006/main">
              <a:ext uri="{FF2B5EF4-FFF2-40B4-BE49-F238E27FC236}">
                <a16:creationId xmlns:a16="http://schemas.microsoft.com/office/drawing/2014/main" id="{ED724C65-7D2E-4DA7-9C7D-62F0DF1E9913}"/>
              </a:ext>
            </a:extLst>
          </p:cNvPr>
          <p:cNvSpPr>
            <a:spLocks xmlns:a="http://schemas.openxmlformats.org/drawingml/2006/main" noGrp="1"/>
          </p:cNvSpPr>
          <p:nvPr/>
        </p:nvSpPr>
        <p:spPr>
          <a:xfrm xmlns:a="http://schemas.openxmlformats.org/drawingml/2006/main">
            <a:off x="5191125" y="3619500"/>
            <a:ext cx="2667000" cy="238125"/>
          </a:xfrm>
          <a:custGeom xmlns:a="http://schemas.openxmlformats.org/drawingml/2006/main">
            <a:pathLst>
              <a:path w="2667000" h="238125">
                <a:moveTo>
                  <a:pt x="0" y="0"/>
                </a:moveTo>
                <a:lnTo>
                  <a:pt x="2667000" y="238125"/>
                </a:lnTo>
              </a:path>
            </a:pathLst>
          </a:custGeom>
          <a:noFill xmlns:a="http://schemas.openxmlformats.org/drawingml/2006/main"/>
          <a:ln xmlns:a="http://schemas.openxmlformats.org/drawingml/2006/main" w="12383">
            <a:solidFill>
              <a:srgbClr val="132C43"/>
            </a:solidFill>
            <a:prstDash val="solid"/>
          </a:ln>
        </p:spPr>
      </p:sp>
      <p:sp>
        <p:nvSpPr>
          <p:cNvPr id="25" name="Diagram connector">
            <a:extLst xmlns:a="http://schemas.openxmlformats.org/drawingml/2006/main">
              <a:ext uri="{FF2B5EF4-FFF2-40B4-BE49-F238E27FC236}">
                <a16:creationId xmlns:a16="http://schemas.microsoft.com/office/drawing/2014/main" id="{81129460-D974-40FB-A44A-CA7AC5D18683}"/>
              </a:ext>
            </a:extLst>
          </p:cNvPr>
          <p:cNvSpPr>
            <a:spLocks xmlns:a="http://schemas.openxmlformats.org/drawingml/2006/main" noGrp="1"/>
          </p:cNvSpPr>
          <p:nvPr/>
        </p:nvSpPr>
        <p:spPr>
          <a:xfrm xmlns:a="http://schemas.openxmlformats.org/drawingml/2006/main">
            <a:off x="7759864" y="3811205"/>
            <a:ext cx="98261" cy="75898"/>
          </a:xfrm>
          <a:custGeom xmlns:a="http://schemas.openxmlformats.org/drawingml/2006/main">
            <a:pathLst>
              <a:path w="98261" h="75898">
                <a:moveTo>
                  <a:pt x="6777" y="0"/>
                </a:moveTo>
                <a:lnTo>
                  <a:pt x="98261" y="46420"/>
                </a:lnTo>
                <a:lnTo>
                  <a:pt x="0" y="75898"/>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6" name="Build contract">
            <a:extLst xmlns:a="http://schemas.openxmlformats.org/drawingml/2006/main">
              <a:ext uri="{FF2B5EF4-FFF2-40B4-BE49-F238E27FC236}">
                <a16:creationId xmlns:a16="http://schemas.microsoft.com/office/drawing/2014/main" id="{A6C47C1C-31E6-446C-8768-61B1D6F6CB49}"/>
              </a:ext>
            </a:extLst>
          </p:cNvPr>
          <p:cNvSpPr>
            <a:spLocks xmlns:a="http://schemas.openxmlformats.org/drawingml/2006/main" noGrp="1"/>
          </p:cNvSpPr>
          <p:nvPr/>
        </p:nvSpPr>
        <p:spPr>
          <a:xfrm xmlns:a="http://schemas.openxmlformats.org/drawingml/2006/main">
            <a:off x="5048250" y="3481388"/>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Build contract</a:t>
            </a:r>
          </a:p>
        </p:txBody>
      </p:sp>
      <p:sp>
        <p:nvSpPr>
          <p:cNvPr id="27" name="Diagram connector">
            <a:extLst xmlns:a="http://schemas.openxmlformats.org/drawingml/2006/main">
              <a:ext uri="{FF2B5EF4-FFF2-40B4-BE49-F238E27FC236}">
                <a16:creationId xmlns:a16="http://schemas.microsoft.com/office/drawing/2014/main" id="{6FD6C48F-902D-405F-83E1-14095DCDACE4}"/>
              </a:ext>
            </a:extLst>
          </p:cNvPr>
          <p:cNvSpPr>
            <a:spLocks xmlns:a="http://schemas.openxmlformats.org/drawingml/2006/main" noGrp="1"/>
          </p:cNvSpPr>
          <p:nvPr/>
        </p:nvSpPr>
        <p:spPr>
          <a:xfrm xmlns:a="http://schemas.openxmlformats.org/drawingml/2006/main">
            <a:off x="5191125" y="4572000"/>
            <a:ext cx="2667000" cy="857250"/>
          </a:xfrm>
          <a:custGeom xmlns:a="http://schemas.openxmlformats.org/drawingml/2006/main">
            <a:pathLst>
              <a:path w="2667000" h="857250">
                <a:moveTo>
                  <a:pt x="0" y="0"/>
                </a:moveTo>
                <a:lnTo>
                  <a:pt x="1381125" y="0"/>
                </a:lnTo>
                <a:lnTo>
                  <a:pt x="1381125" y="857250"/>
                </a:lnTo>
                <a:lnTo>
                  <a:pt x="2667000" y="857250"/>
                </a:lnTo>
              </a:path>
            </a:pathLst>
          </a:custGeom>
          <a:noFill xmlns:a="http://schemas.openxmlformats.org/drawingml/2006/main"/>
          <a:ln xmlns:a="http://schemas.openxmlformats.org/drawingml/2006/main" w="12383">
            <a:solidFill>
              <a:srgbClr val="132C43"/>
            </a:solidFill>
            <a:prstDash val="solid"/>
          </a:ln>
        </p:spPr>
      </p:sp>
      <p:sp>
        <p:nvSpPr>
          <p:cNvPr id="28" name="Diagram connector">
            <a:extLst xmlns:a="http://schemas.openxmlformats.org/drawingml/2006/main">
              <a:ext uri="{FF2B5EF4-FFF2-40B4-BE49-F238E27FC236}">
                <a16:creationId xmlns:a16="http://schemas.microsoft.com/office/drawing/2014/main" id="{374EB572-C07B-487A-B017-BBA71C9D439F}"/>
              </a:ext>
            </a:extLst>
          </p:cNvPr>
          <p:cNvSpPr>
            <a:spLocks xmlns:a="http://schemas.openxmlformats.org/drawingml/2006/main" noGrp="1"/>
          </p:cNvSpPr>
          <p:nvPr/>
        </p:nvSpPr>
        <p:spPr>
          <a:xfrm xmlns:a="http://schemas.openxmlformats.org/drawingml/2006/main">
            <a:off x="7762875" y="539115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9" name="Write source">
            <a:extLst xmlns:a="http://schemas.openxmlformats.org/drawingml/2006/main">
              <a:ext uri="{FF2B5EF4-FFF2-40B4-BE49-F238E27FC236}">
                <a16:creationId xmlns:a16="http://schemas.microsoft.com/office/drawing/2014/main" id="{D39701FD-8827-4AAF-A624-DF216FC48A91}"/>
              </a:ext>
            </a:extLst>
          </p:cNvPr>
          <p:cNvSpPr>
            <a:spLocks xmlns:a="http://schemas.openxmlformats.org/drawingml/2006/main" noGrp="1"/>
          </p:cNvSpPr>
          <p:nvPr/>
        </p:nvSpPr>
        <p:spPr>
          <a:xfrm xmlns:a="http://schemas.openxmlformats.org/drawingml/2006/main">
            <a:off x="5486400" y="4714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Write source</a:t>
            </a:r>
          </a:p>
        </p:txBody>
      </p:sp>
      <p:sp>
        <p:nvSpPr>
          <p:cNvPr id="30" name="Diagram connector">
            <a:extLst xmlns:a="http://schemas.openxmlformats.org/drawingml/2006/main">
              <a:ext uri="{FF2B5EF4-FFF2-40B4-BE49-F238E27FC236}">
                <a16:creationId xmlns:a16="http://schemas.microsoft.com/office/drawing/2014/main" id="{9072A6DE-FD44-47A3-8061-F83037406CEB}"/>
              </a:ext>
            </a:extLst>
          </p:cNvPr>
          <p:cNvSpPr>
            <a:spLocks xmlns:a="http://schemas.openxmlformats.org/drawingml/2006/main" noGrp="1"/>
          </p:cNvSpPr>
          <p:nvPr/>
        </p:nvSpPr>
        <p:spPr>
          <a:xfrm xmlns:a="http://schemas.openxmlformats.org/drawingml/2006/main">
            <a:off x="5191125" y="5715000"/>
            <a:ext cx="2667000" cy="9525"/>
          </a:xfrm>
          <a:custGeom xmlns:a="http://schemas.openxmlformats.org/drawingml/2006/main">
            <a:pathLst>
              <a:path w="2667000" h="9525">
                <a:moveTo>
                  <a:pt x="2667000" y="0"/>
                </a:moveTo>
                <a:lnTo>
                  <a:pt x="0" y="0"/>
                </a:lnTo>
              </a:path>
            </a:pathLst>
          </a:custGeom>
          <a:noFill xmlns:a="http://schemas.openxmlformats.org/drawingml/2006/main"/>
          <a:ln xmlns:a="http://schemas.openxmlformats.org/drawingml/2006/main" w="12383">
            <a:solidFill>
              <a:srgbClr val="132C43"/>
            </a:solidFill>
            <a:prstDash val="solid"/>
          </a:ln>
        </p:spPr>
      </p:sp>
      <p:sp>
        <p:nvSpPr>
          <p:cNvPr id="31" name="Diagram connector">
            <a:extLst xmlns:a="http://schemas.openxmlformats.org/drawingml/2006/main">
              <a:ext uri="{FF2B5EF4-FFF2-40B4-BE49-F238E27FC236}">
                <a16:creationId xmlns:a16="http://schemas.microsoft.com/office/drawing/2014/main" id="{AD1C1F04-7199-48D2-890E-306603D74F2E}"/>
              </a:ext>
            </a:extLst>
          </p:cNvPr>
          <p:cNvSpPr>
            <a:spLocks xmlns:a="http://schemas.openxmlformats.org/drawingml/2006/main" noGrp="1"/>
          </p:cNvSpPr>
          <p:nvPr/>
        </p:nvSpPr>
        <p:spPr>
          <a:xfrm xmlns:a="http://schemas.openxmlformats.org/drawingml/2006/main">
            <a:off x="5191125" y="567690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2" name="Read / test / report">
            <a:extLst xmlns:a="http://schemas.openxmlformats.org/drawingml/2006/main">
              <a:ext uri="{FF2B5EF4-FFF2-40B4-BE49-F238E27FC236}">
                <a16:creationId xmlns:a16="http://schemas.microsoft.com/office/drawing/2014/main" id="{6C35D2A9-301F-4827-AE7F-D63718366A7E}"/>
              </a:ext>
            </a:extLst>
          </p:cNvPr>
          <p:cNvSpPr>
            <a:spLocks xmlns:a="http://schemas.openxmlformats.org/drawingml/2006/main" noGrp="1"/>
          </p:cNvSpPr>
          <p:nvPr/>
        </p:nvSpPr>
        <p:spPr>
          <a:xfrm xmlns:a="http://schemas.openxmlformats.org/drawingml/2006/main">
            <a:off x="5048250" y="545782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Read / test / report</a:t>
            </a:r>
          </a:p>
        </p:txBody>
      </p:sp>
    </p:spTree>
    <p:extLst>
      <p:ext uri="{BB962C8B-B14F-4D97-AF65-F5344CB8AC3E}">
        <p14:creationId xmlns:p14="http://schemas.microsoft.com/office/powerpoint/2010/main" val="19048858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2.1 PROCESS DECOMPOSITION">
            <a:extLst xmlns:a="http://schemas.openxmlformats.org/drawingml/2006/main">
              <a:ext uri="{FF2B5EF4-FFF2-40B4-BE49-F238E27FC236}">
                <a16:creationId xmlns:a16="http://schemas.microsoft.com/office/drawing/2014/main" id="{766F522F-F090-4F57-90F0-BB62C9ECAF4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PROCESS DECOMPOSITION</a:t>
            </a:r>
          </a:p>
        </p:txBody>
      </p:sp>
      <p:sp>
        <p:nvSpPr>
          <p:cNvPr id="2" name="Level 2 data flow: specialist planning">
            <a:extLst xmlns:a="http://schemas.openxmlformats.org/drawingml/2006/main">
              <a:ext uri="{FF2B5EF4-FFF2-40B4-BE49-F238E27FC236}">
                <a16:creationId xmlns:a16="http://schemas.microsoft.com/office/drawing/2014/main" id="{62DE7694-D247-4400-9B53-0D436DFCFF1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2 data flow: specialist planning</a:t>
            </a:r>
          </a:p>
        </p:txBody>
      </p:sp>
      <p:sp>
        <p:nvSpPr>
          <p:cNvPr id="3" name="PROJECTFORGE AI">
            <a:extLst xmlns:a="http://schemas.openxmlformats.org/drawingml/2006/main">
              <a:ext uri="{FF2B5EF4-FFF2-40B4-BE49-F238E27FC236}">
                <a16:creationId xmlns:a16="http://schemas.microsoft.com/office/drawing/2014/main" id="{F133EC10-9FAF-4392-818A-AF97404FCB26}"/>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4">
            <a:extLst xmlns:a="http://schemas.openxmlformats.org/drawingml/2006/main">
              <a:ext uri="{FF2B5EF4-FFF2-40B4-BE49-F238E27FC236}">
                <a16:creationId xmlns:a16="http://schemas.microsoft.com/office/drawing/2014/main" id="{8B03F0D1-7D29-4D7E-BAF8-95CAC5758BB3}"/>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14</a:t>
            </a:r>
          </a:p>
        </p:txBody>
      </p:sp>
      <p:sp>
        <p:nvSpPr>
          <p:cNvPr id="5" name="2.1 Product">
            <a:extLst xmlns:a="http://schemas.openxmlformats.org/drawingml/2006/main">
              <a:ext uri="{FF2B5EF4-FFF2-40B4-BE49-F238E27FC236}">
                <a16:creationId xmlns:a16="http://schemas.microsoft.com/office/drawing/2014/main" id="{DD07C7CD-7F86-4B19-B826-A8CF4C7BF80F}"/>
              </a:ext>
            </a:extLst>
          </p:cNvPr>
          <p:cNvSpPr>
            <a:spLocks xmlns:a="http://schemas.openxmlformats.org/drawingml/2006/main" noGrp="1"/>
          </p:cNvSpPr>
          <p:nvPr/>
        </p:nvSpPr>
        <p:spPr>
          <a:xfrm xmlns:a="http://schemas.openxmlformats.org/drawingml/2006/main">
            <a:off x="61912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2.1 Product</a:t>
            </a:r>
          </a:p>
        </p:txBody>
      </p:sp>
      <p:sp>
        <p:nvSpPr>
          <p:cNvPr id="6" name="2.2 AI/ML">
            <a:extLst xmlns:a="http://schemas.openxmlformats.org/drawingml/2006/main">
              <a:ext uri="{FF2B5EF4-FFF2-40B4-BE49-F238E27FC236}">
                <a16:creationId xmlns:a16="http://schemas.microsoft.com/office/drawing/2014/main" id="{8537EF0B-CE96-46AD-9895-724877F28A99}"/>
              </a:ext>
            </a:extLst>
          </p:cNvPr>
          <p:cNvSpPr>
            <a:spLocks xmlns:a="http://schemas.openxmlformats.org/drawingml/2006/main" noGrp="1"/>
          </p:cNvSpPr>
          <p:nvPr/>
        </p:nvSpPr>
        <p:spPr>
          <a:xfrm xmlns:a="http://schemas.openxmlformats.org/drawingml/2006/main">
            <a:off x="246697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2.2 AI/ML</a:t>
            </a:r>
          </a:p>
        </p:txBody>
      </p:sp>
      <p:sp>
        <p:nvSpPr>
          <p:cNvPr id="7" name="2.3 Engineering">
            <a:extLst xmlns:a="http://schemas.openxmlformats.org/drawingml/2006/main">
              <a:ext uri="{FF2B5EF4-FFF2-40B4-BE49-F238E27FC236}">
                <a16:creationId xmlns:a16="http://schemas.microsoft.com/office/drawing/2014/main" id="{2138C3C1-8AD2-40AC-9B98-30F2F2D1B558}"/>
              </a:ext>
            </a:extLst>
          </p:cNvPr>
          <p:cNvSpPr>
            <a:spLocks xmlns:a="http://schemas.openxmlformats.org/drawingml/2006/main" noGrp="1"/>
          </p:cNvSpPr>
          <p:nvPr/>
        </p:nvSpPr>
        <p:spPr>
          <a:xfrm xmlns:a="http://schemas.openxmlformats.org/drawingml/2006/main">
            <a:off x="431482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2.3 Engineering</a:t>
            </a:r>
          </a:p>
        </p:txBody>
      </p:sp>
      <p:sp>
        <p:nvSpPr>
          <p:cNvPr id="8" name="2.4 UX">
            <a:extLst xmlns:a="http://schemas.openxmlformats.org/drawingml/2006/main">
              <a:ext uri="{FF2B5EF4-FFF2-40B4-BE49-F238E27FC236}">
                <a16:creationId xmlns:a16="http://schemas.microsoft.com/office/drawing/2014/main" id="{B5D5B1D6-5656-401F-A757-AB678B385E44}"/>
              </a:ext>
            </a:extLst>
          </p:cNvPr>
          <p:cNvSpPr>
            <a:spLocks xmlns:a="http://schemas.openxmlformats.org/drawingml/2006/main" noGrp="1"/>
          </p:cNvSpPr>
          <p:nvPr/>
        </p:nvSpPr>
        <p:spPr>
          <a:xfrm xmlns:a="http://schemas.openxmlformats.org/drawingml/2006/main">
            <a:off x="616267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2.4 UX</a:t>
            </a:r>
          </a:p>
        </p:txBody>
      </p:sp>
      <p:sp>
        <p:nvSpPr>
          <p:cNvPr id="9" name="2.5 Security">
            <a:extLst xmlns:a="http://schemas.openxmlformats.org/drawingml/2006/main">
              <a:ext uri="{FF2B5EF4-FFF2-40B4-BE49-F238E27FC236}">
                <a16:creationId xmlns:a16="http://schemas.microsoft.com/office/drawing/2014/main" id="{E4C02BF2-3927-41A9-9CBC-23AD9FE92183}"/>
              </a:ext>
            </a:extLst>
          </p:cNvPr>
          <p:cNvSpPr>
            <a:spLocks xmlns:a="http://schemas.openxmlformats.org/drawingml/2006/main" noGrp="1"/>
          </p:cNvSpPr>
          <p:nvPr/>
        </p:nvSpPr>
        <p:spPr>
          <a:xfrm xmlns:a="http://schemas.openxmlformats.org/drawingml/2006/main">
            <a:off x="801052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2.5 Security</a:t>
            </a:r>
          </a:p>
        </p:txBody>
      </p:sp>
      <p:sp>
        <p:nvSpPr>
          <p:cNvPr id="10" name="2.6 QA">
            <a:extLst xmlns:a="http://schemas.openxmlformats.org/drawingml/2006/main">
              <a:ext uri="{FF2B5EF4-FFF2-40B4-BE49-F238E27FC236}">
                <a16:creationId xmlns:a16="http://schemas.microsoft.com/office/drawing/2014/main" id="{0A24E877-C59D-4136-9001-93759267D363}"/>
              </a:ext>
            </a:extLst>
          </p:cNvPr>
          <p:cNvSpPr>
            <a:spLocks xmlns:a="http://schemas.openxmlformats.org/drawingml/2006/main" noGrp="1"/>
          </p:cNvSpPr>
          <p:nvPr/>
        </p:nvSpPr>
        <p:spPr>
          <a:xfrm xmlns:a="http://schemas.openxmlformats.org/drawingml/2006/main">
            <a:off x="985837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2.6 QA</a:t>
            </a:r>
          </a:p>
        </p:txBody>
      </p:sp>
      <p:sp>
        <p:nvSpPr>
          <p:cNvPr id="11" name="Diagram connector">
            <a:extLst xmlns:a="http://schemas.openxmlformats.org/drawingml/2006/main">
              <a:ext uri="{FF2B5EF4-FFF2-40B4-BE49-F238E27FC236}">
                <a16:creationId xmlns:a16="http://schemas.microsoft.com/office/drawing/2014/main" id="{04717C55-40CA-4664-9CBE-7152391FF8DD}"/>
              </a:ext>
            </a:extLst>
          </p:cNvPr>
          <p:cNvSpPr>
            <a:spLocks xmlns:a="http://schemas.openxmlformats.org/drawingml/2006/main" noGrp="1"/>
          </p:cNvSpPr>
          <p:nvPr/>
        </p:nvSpPr>
        <p:spPr>
          <a:xfrm xmlns:a="http://schemas.openxmlformats.org/drawingml/2006/main">
            <a:off x="223837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2" name="Diagram connector">
            <a:extLst xmlns:a="http://schemas.openxmlformats.org/drawingml/2006/main">
              <a:ext uri="{FF2B5EF4-FFF2-40B4-BE49-F238E27FC236}">
                <a16:creationId xmlns:a16="http://schemas.microsoft.com/office/drawing/2014/main" id="{A4AC70A4-F75E-419F-813F-61177D086077}"/>
              </a:ext>
            </a:extLst>
          </p:cNvPr>
          <p:cNvSpPr>
            <a:spLocks xmlns:a="http://schemas.openxmlformats.org/drawingml/2006/main" noGrp="1"/>
          </p:cNvSpPr>
          <p:nvPr/>
        </p:nvSpPr>
        <p:spPr>
          <a:xfrm xmlns:a="http://schemas.openxmlformats.org/drawingml/2006/main">
            <a:off x="237172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3" name="Diagram connector">
            <a:extLst xmlns:a="http://schemas.openxmlformats.org/drawingml/2006/main">
              <a:ext uri="{FF2B5EF4-FFF2-40B4-BE49-F238E27FC236}">
                <a16:creationId xmlns:a16="http://schemas.microsoft.com/office/drawing/2014/main" id="{4FCB9786-97A2-4DC7-94DB-987E1DFD58D5}"/>
              </a:ext>
            </a:extLst>
          </p:cNvPr>
          <p:cNvSpPr>
            <a:spLocks xmlns:a="http://schemas.openxmlformats.org/drawingml/2006/main" noGrp="1"/>
          </p:cNvSpPr>
          <p:nvPr/>
        </p:nvSpPr>
        <p:spPr>
          <a:xfrm xmlns:a="http://schemas.openxmlformats.org/drawingml/2006/main">
            <a:off x="408622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135BDB09-DE62-4067-8C8A-12B89D4D5DC2}"/>
              </a:ext>
            </a:extLst>
          </p:cNvPr>
          <p:cNvSpPr>
            <a:spLocks xmlns:a="http://schemas.openxmlformats.org/drawingml/2006/main" noGrp="1"/>
          </p:cNvSpPr>
          <p:nvPr/>
        </p:nvSpPr>
        <p:spPr>
          <a:xfrm xmlns:a="http://schemas.openxmlformats.org/drawingml/2006/main">
            <a:off x="421957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5" name="Diagram connector">
            <a:extLst xmlns:a="http://schemas.openxmlformats.org/drawingml/2006/main">
              <a:ext uri="{FF2B5EF4-FFF2-40B4-BE49-F238E27FC236}">
                <a16:creationId xmlns:a16="http://schemas.microsoft.com/office/drawing/2014/main" id="{6C622936-CEAC-4C99-8098-4DB81C0973A3}"/>
              </a:ext>
            </a:extLst>
          </p:cNvPr>
          <p:cNvSpPr>
            <a:spLocks xmlns:a="http://schemas.openxmlformats.org/drawingml/2006/main" noGrp="1"/>
          </p:cNvSpPr>
          <p:nvPr/>
        </p:nvSpPr>
        <p:spPr>
          <a:xfrm xmlns:a="http://schemas.openxmlformats.org/drawingml/2006/main">
            <a:off x="593407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6" name="Diagram connector">
            <a:extLst xmlns:a="http://schemas.openxmlformats.org/drawingml/2006/main">
              <a:ext uri="{FF2B5EF4-FFF2-40B4-BE49-F238E27FC236}">
                <a16:creationId xmlns:a16="http://schemas.microsoft.com/office/drawing/2014/main" id="{F6FA6583-CB45-4381-826B-B4204391E58D}"/>
              </a:ext>
            </a:extLst>
          </p:cNvPr>
          <p:cNvSpPr>
            <a:spLocks xmlns:a="http://schemas.openxmlformats.org/drawingml/2006/main" noGrp="1"/>
          </p:cNvSpPr>
          <p:nvPr/>
        </p:nvSpPr>
        <p:spPr>
          <a:xfrm xmlns:a="http://schemas.openxmlformats.org/drawingml/2006/main">
            <a:off x="606742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4055AF4E-3D12-40BB-91A4-223145CE9079}"/>
              </a:ext>
            </a:extLst>
          </p:cNvPr>
          <p:cNvSpPr>
            <a:spLocks xmlns:a="http://schemas.openxmlformats.org/drawingml/2006/main" noGrp="1"/>
          </p:cNvSpPr>
          <p:nvPr/>
        </p:nvSpPr>
        <p:spPr>
          <a:xfrm xmlns:a="http://schemas.openxmlformats.org/drawingml/2006/main">
            <a:off x="778192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8" name="Diagram connector">
            <a:extLst xmlns:a="http://schemas.openxmlformats.org/drawingml/2006/main">
              <a:ext uri="{FF2B5EF4-FFF2-40B4-BE49-F238E27FC236}">
                <a16:creationId xmlns:a16="http://schemas.microsoft.com/office/drawing/2014/main" id="{4DDF14EB-2069-470A-89BE-EFC69C59823F}"/>
              </a:ext>
            </a:extLst>
          </p:cNvPr>
          <p:cNvSpPr>
            <a:spLocks xmlns:a="http://schemas.openxmlformats.org/drawingml/2006/main" noGrp="1"/>
          </p:cNvSpPr>
          <p:nvPr/>
        </p:nvSpPr>
        <p:spPr>
          <a:xfrm xmlns:a="http://schemas.openxmlformats.org/drawingml/2006/main">
            <a:off x="791527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9" name="Diagram connector">
            <a:extLst xmlns:a="http://schemas.openxmlformats.org/drawingml/2006/main">
              <a:ext uri="{FF2B5EF4-FFF2-40B4-BE49-F238E27FC236}">
                <a16:creationId xmlns:a16="http://schemas.microsoft.com/office/drawing/2014/main" id="{09A9BAC3-5702-48EF-ABCF-A51349D6BBCE}"/>
              </a:ext>
            </a:extLst>
          </p:cNvPr>
          <p:cNvSpPr>
            <a:spLocks xmlns:a="http://schemas.openxmlformats.org/drawingml/2006/main" noGrp="1"/>
          </p:cNvSpPr>
          <p:nvPr/>
        </p:nvSpPr>
        <p:spPr>
          <a:xfrm xmlns:a="http://schemas.openxmlformats.org/drawingml/2006/main">
            <a:off x="962977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20" name="Diagram connector">
            <a:extLst xmlns:a="http://schemas.openxmlformats.org/drawingml/2006/main">
              <a:ext uri="{FF2B5EF4-FFF2-40B4-BE49-F238E27FC236}">
                <a16:creationId xmlns:a16="http://schemas.microsoft.com/office/drawing/2014/main" id="{23110FB3-1A48-472A-AC34-D2D9CF8DAD82}"/>
              </a:ext>
            </a:extLst>
          </p:cNvPr>
          <p:cNvSpPr>
            <a:spLocks xmlns:a="http://schemas.openxmlformats.org/drawingml/2006/main" noGrp="1"/>
          </p:cNvSpPr>
          <p:nvPr/>
        </p:nvSpPr>
        <p:spPr>
          <a:xfrm xmlns:a="http://schemas.openxmlformats.org/drawingml/2006/main">
            <a:off x="976312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1" name="2.7 Conflict detection">
            <a:extLst xmlns:a="http://schemas.openxmlformats.org/drawingml/2006/main">
              <a:ext uri="{FF2B5EF4-FFF2-40B4-BE49-F238E27FC236}">
                <a16:creationId xmlns:a16="http://schemas.microsoft.com/office/drawing/2014/main" id="{EBC78D7A-6A8D-401D-BA2E-13AE6131C6B4}"/>
              </a:ext>
            </a:extLst>
          </p:cNvPr>
          <p:cNvSpPr>
            <a:spLocks xmlns:a="http://schemas.openxmlformats.org/drawingml/2006/main" noGrp="1"/>
          </p:cNvSpPr>
          <p:nvPr/>
        </p:nvSpPr>
        <p:spPr>
          <a:xfrm xmlns:a="http://schemas.openxmlformats.org/drawingml/2006/main">
            <a:off x="8001000" y="3619500"/>
            <a:ext cx="3095625"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2.7 Conflict detection</a:t>
            </a:r>
          </a:p>
        </p:txBody>
      </p:sp>
      <p:sp>
        <p:nvSpPr>
          <p:cNvPr id="22" name="3.1 Final Architect">
            <a:extLst xmlns:a="http://schemas.openxmlformats.org/drawingml/2006/main">
              <a:ext uri="{FF2B5EF4-FFF2-40B4-BE49-F238E27FC236}">
                <a16:creationId xmlns:a16="http://schemas.microsoft.com/office/drawing/2014/main" id="{3B884CE8-CE80-4AE4-AE1C-7E8B1003882A}"/>
              </a:ext>
            </a:extLst>
          </p:cNvPr>
          <p:cNvSpPr>
            <a:spLocks xmlns:a="http://schemas.openxmlformats.org/drawingml/2006/main" noGrp="1"/>
          </p:cNvSpPr>
          <p:nvPr/>
        </p:nvSpPr>
        <p:spPr>
          <a:xfrm xmlns:a="http://schemas.openxmlformats.org/drawingml/2006/main">
            <a:off x="4333875" y="3619500"/>
            <a:ext cx="2809875"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3.1 Final Architect</a:t>
            </a:r>
          </a:p>
        </p:txBody>
      </p:sp>
      <p:sp>
        <p:nvSpPr>
          <p:cNvPr id="23" name="3.2 BuildSpec compiler">
            <a:extLst xmlns:a="http://schemas.openxmlformats.org/drawingml/2006/main">
              <a:ext uri="{FF2B5EF4-FFF2-40B4-BE49-F238E27FC236}">
                <a16:creationId xmlns:a16="http://schemas.microsoft.com/office/drawing/2014/main" id="{B20622D1-C909-4A40-96DC-967EAA5A9193}"/>
              </a:ext>
            </a:extLst>
          </p:cNvPr>
          <p:cNvSpPr>
            <a:spLocks xmlns:a="http://schemas.openxmlformats.org/drawingml/2006/main" noGrp="1"/>
          </p:cNvSpPr>
          <p:nvPr/>
        </p:nvSpPr>
        <p:spPr>
          <a:xfrm xmlns:a="http://schemas.openxmlformats.org/drawingml/2006/main">
            <a:off x="619125" y="3619500"/>
            <a:ext cx="2857500"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3.2 BuildSpec compiler</a:t>
            </a:r>
          </a:p>
        </p:txBody>
      </p:sp>
      <p:sp>
        <p:nvSpPr>
          <p:cNvPr id="24" name="Diagram connector">
            <a:extLst xmlns:a="http://schemas.openxmlformats.org/drawingml/2006/main">
              <a:ext uri="{FF2B5EF4-FFF2-40B4-BE49-F238E27FC236}">
                <a16:creationId xmlns:a16="http://schemas.microsoft.com/office/drawing/2014/main" id="{6B14F9D4-5AD7-469E-AE0B-E6B9CC415CF4}"/>
              </a:ext>
            </a:extLst>
          </p:cNvPr>
          <p:cNvSpPr>
            <a:spLocks xmlns:a="http://schemas.openxmlformats.org/drawingml/2006/main" noGrp="1"/>
          </p:cNvSpPr>
          <p:nvPr/>
        </p:nvSpPr>
        <p:spPr>
          <a:xfrm xmlns:a="http://schemas.openxmlformats.org/drawingml/2006/main">
            <a:off x="10668000" y="261937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12383">
            <a:solidFill>
              <a:srgbClr val="132C43"/>
            </a:solidFill>
            <a:prstDash val="solid"/>
          </a:ln>
        </p:spPr>
      </p:sp>
      <p:sp>
        <p:nvSpPr>
          <p:cNvPr id="25" name="Diagram connector">
            <a:extLst xmlns:a="http://schemas.openxmlformats.org/drawingml/2006/main">
              <a:ext uri="{FF2B5EF4-FFF2-40B4-BE49-F238E27FC236}">
                <a16:creationId xmlns:a16="http://schemas.microsoft.com/office/drawing/2014/main" id="{FE163FD0-05D7-4CF0-8084-0AAA0710217E}"/>
              </a:ext>
            </a:extLst>
          </p:cNvPr>
          <p:cNvSpPr>
            <a:spLocks xmlns:a="http://schemas.openxmlformats.org/drawingml/2006/main" noGrp="1"/>
          </p:cNvSpPr>
          <p:nvPr/>
        </p:nvSpPr>
        <p:spPr>
          <a:xfrm xmlns:a="http://schemas.openxmlformats.org/drawingml/2006/main">
            <a:off x="10629900" y="352425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6" name="Diagram connector">
            <a:extLst xmlns:a="http://schemas.openxmlformats.org/drawingml/2006/main">
              <a:ext uri="{FF2B5EF4-FFF2-40B4-BE49-F238E27FC236}">
                <a16:creationId xmlns:a16="http://schemas.microsoft.com/office/drawing/2014/main" id="{B036DAAB-0E6B-45B9-8CF2-B911638DCFFB}"/>
              </a:ext>
            </a:extLst>
          </p:cNvPr>
          <p:cNvSpPr>
            <a:spLocks xmlns:a="http://schemas.openxmlformats.org/drawingml/2006/main" noGrp="1"/>
          </p:cNvSpPr>
          <p:nvPr/>
        </p:nvSpPr>
        <p:spPr>
          <a:xfrm xmlns:a="http://schemas.openxmlformats.org/drawingml/2006/main">
            <a:off x="7143750" y="3981450"/>
            <a:ext cx="857250" cy="9525"/>
          </a:xfrm>
          <a:custGeom xmlns:a="http://schemas.openxmlformats.org/drawingml/2006/main">
            <a:pathLst>
              <a:path w="857250" h="9525">
                <a:moveTo>
                  <a:pt x="857250" y="0"/>
                </a:moveTo>
                <a:lnTo>
                  <a:pt x="0" y="0"/>
                </a:lnTo>
              </a:path>
            </a:pathLst>
          </a:custGeom>
          <a:noFill xmlns:a="http://schemas.openxmlformats.org/drawingml/2006/main"/>
          <a:ln xmlns:a="http://schemas.openxmlformats.org/drawingml/2006/main" w="12383">
            <a:solidFill>
              <a:srgbClr val="132C43"/>
            </a:solidFill>
            <a:prstDash val="solid"/>
          </a:ln>
        </p:spPr>
      </p:sp>
      <p:sp>
        <p:nvSpPr>
          <p:cNvPr id="27" name="Diagram connector">
            <a:extLst xmlns:a="http://schemas.openxmlformats.org/drawingml/2006/main">
              <a:ext uri="{FF2B5EF4-FFF2-40B4-BE49-F238E27FC236}">
                <a16:creationId xmlns:a16="http://schemas.microsoft.com/office/drawing/2014/main" id="{65C7A647-4AD7-44DD-99BB-972E78569FE9}"/>
              </a:ext>
            </a:extLst>
          </p:cNvPr>
          <p:cNvSpPr>
            <a:spLocks xmlns:a="http://schemas.openxmlformats.org/drawingml/2006/main" noGrp="1"/>
          </p:cNvSpPr>
          <p:nvPr/>
        </p:nvSpPr>
        <p:spPr>
          <a:xfrm xmlns:a="http://schemas.openxmlformats.org/drawingml/2006/main">
            <a:off x="7143750" y="39433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8" name="Diagram connector">
            <a:extLst xmlns:a="http://schemas.openxmlformats.org/drawingml/2006/main">
              <a:ext uri="{FF2B5EF4-FFF2-40B4-BE49-F238E27FC236}">
                <a16:creationId xmlns:a16="http://schemas.microsoft.com/office/drawing/2014/main" id="{2DF0684B-BB55-472F-855F-D379111582F8}"/>
              </a:ext>
            </a:extLst>
          </p:cNvPr>
          <p:cNvSpPr>
            <a:spLocks xmlns:a="http://schemas.openxmlformats.org/drawingml/2006/main" noGrp="1"/>
          </p:cNvSpPr>
          <p:nvPr/>
        </p:nvSpPr>
        <p:spPr>
          <a:xfrm xmlns:a="http://schemas.openxmlformats.org/drawingml/2006/main">
            <a:off x="3476625" y="3981450"/>
            <a:ext cx="857250" cy="9525"/>
          </a:xfrm>
          <a:custGeom xmlns:a="http://schemas.openxmlformats.org/drawingml/2006/main">
            <a:pathLst>
              <a:path w="857250" h="9525">
                <a:moveTo>
                  <a:pt x="857250" y="0"/>
                </a:moveTo>
                <a:lnTo>
                  <a:pt x="0" y="0"/>
                </a:lnTo>
              </a:path>
            </a:pathLst>
          </a:custGeom>
          <a:noFill xmlns:a="http://schemas.openxmlformats.org/drawingml/2006/main"/>
          <a:ln xmlns:a="http://schemas.openxmlformats.org/drawingml/2006/main" w="12383">
            <a:solidFill>
              <a:srgbClr val="132C43"/>
            </a:solidFill>
            <a:prstDash val="solid"/>
          </a:ln>
        </p:spPr>
      </p:sp>
      <p:sp>
        <p:nvSpPr>
          <p:cNvPr id="29" name="Diagram connector">
            <a:extLst xmlns:a="http://schemas.openxmlformats.org/drawingml/2006/main">
              <a:ext uri="{FF2B5EF4-FFF2-40B4-BE49-F238E27FC236}">
                <a16:creationId xmlns:a16="http://schemas.microsoft.com/office/drawing/2014/main" id="{B475E8D0-BBB9-4F27-984E-BFFD303B3BC7}"/>
              </a:ext>
            </a:extLst>
          </p:cNvPr>
          <p:cNvSpPr>
            <a:spLocks xmlns:a="http://schemas.openxmlformats.org/drawingml/2006/main" noGrp="1"/>
          </p:cNvSpPr>
          <p:nvPr/>
        </p:nvSpPr>
        <p:spPr>
          <a:xfrm xmlns:a="http://schemas.openxmlformats.org/drawingml/2006/main">
            <a:off x="3476625" y="39433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0" name="Human review if contradictions remain">
            <a:extLst xmlns:a="http://schemas.openxmlformats.org/drawingml/2006/main">
              <a:ext uri="{FF2B5EF4-FFF2-40B4-BE49-F238E27FC236}">
                <a16:creationId xmlns:a16="http://schemas.microsoft.com/office/drawing/2014/main" id="{B0EA86C7-9334-4900-8E41-90D6969E0437}"/>
              </a:ext>
            </a:extLst>
          </p:cNvPr>
          <p:cNvSpPr>
            <a:spLocks xmlns:a="http://schemas.openxmlformats.org/drawingml/2006/main" noGrp="1"/>
          </p:cNvSpPr>
          <p:nvPr/>
        </p:nvSpPr>
        <p:spPr>
          <a:xfrm xmlns:a="http://schemas.openxmlformats.org/drawingml/2006/main">
            <a:off x="8001000" y="5286375"/>
            <a:ext cx="3095625" cy="6667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Human review if contradictions remain</a:t>
            </a:r>
          </a:p>
        </p:txBody>
      </p:sp>
      <p:sp>
        <p:nvSpPr>
          <p:cNvPr id="31" name="Diagram connector">
            <a:extLst xmlns:a="http://schemas.openxmlformats.org/drawingml/2006/main">
              <a:ext uri="{FF2B5EF4-FFF2-40B4-BE49-F238E27FC236}">
                <a16:creationId xmlns:a16="http://schemas.microsoft.com/office/drawing/2014/main" id="{9E58AF2A-C146-43E2-88FF-194A14BA6B91}"/>
              </a:ext>
            </a:extLst>
          </p:cNvPr>
          <p:cNvSpPr>
            <a:spLocks xmlns:a="http://schemas.openxmlformats.org/drawingml/2006/main" noGrp="1"/>
          </p:cNvSpPr>
          <p:nvPr/>
        </p:nvSpPr>
        <p:spPr>
          <a:xfrm xmlns:a="http://schemas.openxmlformats.org/drawingml/2006/main">
            <a:off x="9544050" y="4333875"/>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2383">
            <a:solidFill>
              <a:srgbClr val="132C43"/>
            </a:solidFill>
            <a:prstDash val="solid"/>
          </a:ln>
        </p:spPr>
      </p:sp>
      <p:sp>
        <p:nvSpPr>
          <p:cNvPr id="32" name="Diagram connector">
            <a:extLst xmlns:a="http://schemas.openxmlformats.org/drawingml/2006/main">
              <a:ext uri="{FF2B5EF4-FFF2-40B4-BE49-F238E27FC236}">
                <a16:creationId xmlns:a16="http://schemas.microsoft.com/office/drawing/2014/main" id="{9B1E6F1D-A3CB-4CC6-98EF-D1215705F77F}"/>
              </a:ext>
            </a:extLst>
          </p:cNvPr>
          <p:cNvSpPr>
            <a:spLocks xmlns:a="http://schemas.openxmlformats.org/drawingml/2006/main" noGrp="1"/>
          </p:cNvSpPr>
          <p:nvPr/>
        </p:nvSpPr>
        <p:spPr>
          <a:xfrm xmlns:a="http://schemas.openxmlformats.org/drawingml/2006/main">
            <a:off x="9505950" y="519112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3" name="Inputs: validated requirements and prior outputs&#10;Outputs: specialist s">
            <a:extLst xmlns:a="http://schemas.openxmlformats.org/drawingml/2006/main">
              <a:ext uri="{FF2B5EF4-FFF2-40B4-BE49-F238E27FC236}">
                <a16:creationId xmlns:a16="http://schemas.microsoft.com/office/drawing/2014/main" id="{11E8EBA4-8A5B-4201-B5BB-B79BEB21C285}"/>
              </a:ext>
            </a:extLst>
          </p:cNvPr>
          <p:cNvSpPr>
            <a:spLocks xmlns:a="http://schemas.openxmlformats.org/drawingml/2006/main" noGrp="1"/>
          </p:cNvSpPr>
          <p:nvPr/>
        </p:nvSpPr>
        <p:spPr>
          <a:xfrm xmlns:a="http://schemas.openxmlformats.org/drawingml/2006/main">
            <a:off x="619125" y="51149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63746"/>
                </a:solidFill>
                <a:latin typeface="Arial"/>
                <a:ea typeface="Arial"/>
                <a:cs typeface="Arial"/>
              </a:defRPr>
            </a:defPPr>
          </a:lstStyle>
          <a:p xmlns:a="http://schemas.openxmlformats.org/drawingml/2006/main">
            <a:pPr algn="l">
              <a:lnSpc>
                <a:spcPct val="104000"/>
              </a:lnSpc>
              <a:buNone/>
              <a:defRPr sz="1950" b="0">
                <a:solidFill>
                  <a:srgbClr val="263746"/>
                </a:solidFill>
                <a:latin typeface="Arial"/>
                <a:ea typeface="Arial"/>
                <a:cs typeface="Arial"/>
              </a:defRPr>
            </a:pPr>
            <a:r>
              <a:rPr sz="1950" b="0">
                <a:solidFill>
                  <a:srgbClr val="263746"/>
                </a:solidFill>
                <a:latin typeface="Arial"/>
                <a:ea typeface="Arial"/>
                <a:cs typeface="Arial"/>
              </a:rPr>
              <a:t>Inputs: validated requirements and prior outputs</a:t>
            </a:r>
          </a:p>
          <a:p xmlns:a="http://schemas.openxmlformats.org/drawingml/2006/main">
            <a:pPr algn="l">
              <a:lnSpc>
                <a:spcPct val="104000"/>
              </a:lnSpc>
              <a:buNone/>
              <a:defRPr sz="1950" b="0">
                <a:solidFill>
                  <a:srgbClr val="263746"/>
                </a:solidFill>
                <a:latin typeface="Arial"/>
                <a:ea typeface="Arial"/>
                <a:cs typeface="Arial"/>
              </a:defRPr>
            </a:pPr>
            <a:r>
              <a:rPr sz="1950" b="0">
                <a:solidFill>
                  <a:srgbClr val="263746"/>
                </a:solidFill>
                <a:latin typeface="Arial"/>
                <a:ea typeface="Arial"/>
                <a:cs typeface="Arial"/>
              </a:rPr>
              <a:t>Outputs: specialist specifications, decisions, blueprint and build contract</a:t>
            </a:r>
          </a:p>
        </p:txBody>
      </p:sp>
    </p:spTree>
    <p:extLst>
      <p:ext uri="{BB962C8B-B14F-4D97-AF65-F5344CB8AC3E}">
        <p14:creationId xmlns:p14="http://schemas.microsoft.com/office/powerpoint/2010/main" val="12323287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2.1 PROCESS DECOMPOSITION">
            <a:extLst xmlns:a="http://schemas.openxmlformats.org/drawingml/2006/main">
              <a:ext uri="{FF2B5EF4-FFF2-40B4-BE49-F238E27FC236}">
                <a16:creationId xmlns:a16="http://schemas.microsoft.com/office/drawing/2014/main" id="{5228CA1C-F2EA-4BC5-BC07-86BF8538417A}"/>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PROCESS DECOMPOSITION</a:t>
            </a:r>
          </a:p>
        </p:txBody>
      </p:sp>
      <p:sp>
        <p:nvSpPr>
          <p:cNvPr id="2" name="Level 2 data flow: generation and repair">
            <a:extLst xmlns:a="http://schemas.openxmlformats.org/drawingml/2006/main">
              <a:ext uri="{FF2B5EF4-FFF2-40B4-BE49-F238E27FC236}">
                <a16:creationId xmlns:a16="http://schemas.microsoft.com/office/drawing/2014/main" id="{0997B279-0666-4E4D-9474-E59879E70CF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2 data flow: generation and repair</a:t>
            </a:r>
          </a:p>
        </p:txBody>
      </p:sp>
      <p:sp>
        <p:nvSpPr>
          <p:cNvPr id="3" name="PROJECTFORGE AI">
            <a:extLst xmlns:a="http://schemas.openxmlformats.org/drawingml/2006/main">
              <a:ext uri="{FF2B5EF4-FFF2-40B4-BE49-F238E27FC236}">
                <a16:creationId xmlns:a16="http://schemas.microsoft.com/office/drawing/2014/main" id="{57EB0892-B178-446A-86D9-873C113F2DAF}"/>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5">
            <a:extLst xmlns:a="http://schemas.openxmlformats.org/drawingml/2006/main">
              <a:ext uri="{FF2B5EF4-FFF2-40B4-BE49-F238E27FC236}">
                <a16:creationId xmlns:a16="http://schemas.microsoft.com/office/drawing/2014/main" id="{22A8B8C9-B03B-40B0-A2C6-E46749A677C6}"/>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15</a:t>
            </a:r>
          </a:p>
        </p:txBody>
      </p:sp>
      <p:sp>
        <p:nvSpPr>
          <p:cNvPr id="5" name="4.1 Task graph">
            <a:extLst xmlns:a="http://schemas.openxmlformats.org/drawingml/2006/main">
              <a:ext uri="{FF2B5EF4-FFF2-40B4-BE49-F238E27FC236}">
                <a16:creationId xmlns:a16="http://schemas.microsoft.com/office/drawing/2014/main" id="{CFE517ED-25E7-4B4B-A8BB-69520756CF69}"/>
              </a:ext>
            </a:extLst>
          </p:cNvPr>
          <p:cNvSpPr>
            <a:spLocks xmlns:a="http://schemas.openxmlformats.org/drawingml/2006/main" noGrp="1"/>
          </p:cNvSpPr>
          <p:nvPr/>
        </p:nvSpPr>
        <p:spPr>
          <a:xfrm xmlns:a="http://schemas.openxmlformats.org/drawingml/2006/main">
            <a:off x="666750" y="1809750"/>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4.1 Task graph</a:t>
            </a:r>
          </a:p>
        </p:txBody>
      </p:sp>
      <p:sp>
        <p:nvSpPr>
          <p:cNvPr id="6" name="4.2 Coding Agent">
            <a:extLst xmlns:a="http://schemas.openxmlformats.org/drawingml/2006/main">
              <a:ext uri="{FF2B5EF4-FFF2-40B4-BE49-F238E27FC236}">
                <a16:creationId xmlns:a16="http://schemas.microsoft.com/office/drawing/2014/main" id="{A948CD6B-8955-471C-A46B-D5F39C5C723E}"/>
              </a:ext>
            </a:extLst>
          </p:cNvPr>
          <p:cNvSpPr>
            <a:spLocks xmlns:a="http://schemas.openxmlformats.org/drawingml/2006/main" noGrp="1"/>
          </p:cNvSpPr>
          <p:nvPr/>
        </p:nvSpPr>
        <p:spPr>
          <a:xfrm xmlns:a="http://schemas.openxmlformats.org/drawingml/2006/main">
            <a:off x="4333875" y="1809750"/>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4.2 Coding Agent</a:t>
            </a:r>
          </a:p>
        </p:txBody>
      </p:sp>
      <p:sp>
        <p:nvSpPr>
          <p:cNvPr id="7" name="4.3 Repository">
            <a:extLst xmlns:a="http://schemas.openxmlformats.org/drawingml/2006/main">
              <a:ext uri="{FF2B5EF4-FFF2-40B4-BE49-F238E27FC236}">
                <a16:creationId xmlns:a16="http://schemas.microsoft.com/office/drawing/2014/main" id="{CFE9957B-5D22-4312-9D88-C7B42F3D0D94}"/>
              </a:ext>
            </a:extLst>
          </p:cNvPr>
          <p:cNvSpPr>
            <a:spLocks xmlns:a="http://schemas.openxmlformats.org/drawingml/2006/main" noGrp="1"/>
          </p:cNvSpPr>
          <p:nvPr/>
        </p:nvSpPr>
        <p:spPr>
          <a:xfrm xmlns:a="http://schemas.openxmlformats.org/drawingml/2006/main">
            <a:off x="8001000" y="1809750"/>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4.3 Repository</a:t>
            </a:r>
          </a:p>
        </p:txBody>
      </p:sp>
      <p:sp>
        <p:nvSpPr>
          <p:cNvPr id="8" name="5.1 Docker checks">
            <a:extLst xmlns:a="http://schemas.openxmlformats.org/drawingml/2006/main">
              <a:ext uri="{FF2B5EF4-FFF2-40B4-BE49-F238E27FC236}">
                <a16:creationId xmlns:a16="http://schemas.microsoft.com/office/drawing/2014/main" id="{5D118460-416A-47EA-9439-D4E5135BB33C}"/>
              </a:ext>
            </a:extLst>
          </p:cNvPr>
          <p:cNvSpPr>
            <a:spLocks xmlns:a="http://schemas.openxmlformats.org/drawingml/2006/main" noGrp="1"/>
          </p:cNvSpPr>
          <p:nvPr/>
        </p:nvSpPr>
        <p:spPr>
          <a:xfrm xmlns:a="http://schemas.openxmlformats.org/drawingml/2006/main">
            <a:off x="8001000" y="3857625"/>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5.1 Docker checks</a:t>
            </a:r>
          </a:p>
        </p:txBody>
      </p:sp>
      <p:sp>
        <p:nvSpPr>
          <p:cNvPr id="9" name="5.2 Verification">
            <a:extLst xmlns:a="http://schemas.openxmlformats.org/drawingml/2006/main">
              <a:ext uri="{FF2B5EF4-FFF2-40B4-BE49-F238E27FC236}">
                <a16:creationId xmlns:a16="http://schemas.microsoft.com/office/drawing/2014/main" id="{DAEBA77A-919B-4657-8AD0-3EE9B1EDDCF5}"/>
              </a:ext>
            </a:extLst>
          </p:cNvPr>
          <p:cNvSpPr>
            <a:spLocks xmlns:a="http://schemas.openxmlformats.org/drawingml/2006/main" noGrp="1"/>
          </p:cNvSpPr>
          <p:nvPr/>
        </p:nvSpPr>
        <p:spPr>
          <a:xfrm xmlns:a="http://schemas.openxmlformats.org/drawingml/2006/main">
            <a:off x="4333875" y="3857625"/>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5.2 Verification</a:t>
            </a:r>
          </a:p>
        </p:txBody>
      </p:sp>
      <p:sp>
        <p:nvSpPr>
          <p:cNvPr id="10" name="5.3 Review / repair">
            <a:extLst xmlns:a="http://schemas.openxmlformats.org/drawingml/2006/main">
              <a:ext uri="{FF2B5EF4-FFF2-40B4-BE49-F238E27FC236}">
                <a16:creationId xmlns:a16="http://schemas.microsoft.com/office/drawing/2014/main" id="{A270D69C-2CA0-4A76-92F1-6574A5773C7E}"/>
              </a:ext>
            </a:extLst>
          </p:cNvPr>
          <p:cNvSpPr>
            <a:spLocks xmlns:a="http://schemas.openxmlformats.org/drawingml/2006/main" noGrp="1"/>
          </p:cNvSpPr>
          <p:nvPr/>
        </p:nvSpPr>
        <p:spPr>
          <a:xfrm xmlns:a="http://schemas.openxmlformats.org/drawingml/2006/main">
            <a:off x="666750" y="3857625"/>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5.3 Review / repair</a:t>
            </a:r>
          </a:p>
        </p:txBody>
      </p:sp>
      <p:sp>
        <p:nvSpPr>
          <p:cNvPr id="11" name="Diagram connector">
            <a:extLst xmlns:a="http://schemas.openxmlformats.org/drawingml/2006/main">
              <a:ext uri="{FF2B5EF4-FFF2-40B4-BE49-F238E27FC236}">
                <a16:creationId xmlns:a16="http://schemas.microsoft.com/office/drawing/2014/main" id="{3CDAA510-3370-4CD4-8EA8-70C2E5242A04}"/>
              </a:ext>
            </a:extLst>
          </p:cNvPr>
          <p:cNvSpPr>
            <a:spLocks xmlns:a="http://schemas.openxmlformats.org/drawingml/2006/main" noGrp="1"/>
          </p:cNvSpPr>
          <p:nvPr/>
        </p:nvSpPr>
        <p:spPr>
          <a:xfrm xmlns:a="http://schemas.openxmlformats.org/drawingml/2006/main">
            <a:off x="3524250" y="22383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12383">
            <a:solidFill>
              <a:srgbClr val="132C43"/>
            </a:solidFill>
            <a:prstDash val="solid"/>
          </a:ln>
        </p:spPr>
      </p:sp>
      <p:sp>
        <p:nvSpPr>
          <p:cNvPr id="12" name="Diagram connector">
            <a:extLst xmlns:a="http://schemas.openxmlformats.org/drawingml/2006/main">
              <a:ext uri="{FF2B5EF4-FFF2-40B4-BE49-F238E27FC236}">
                <a16:creationId xmlns:a16="http://schemas.microsoft.com/office/drawing/2014/main" id="{CBD32082-605A-48FD-817F-66BBC36F1469}"/>
              </a:ext>
            </a:extLst>
          </p:cNvPr>
          <p:cNvSpPr>
            <a:spLocks xmlns:a="http://schemas.openxmlformats.org/drawingml/2006/main" noGrp="1"/>
          </p:cNvSpPr>
          <p:nvPr/>
        </p:nvSpPr>
        <p:spPr>
          <a:xfrm xmlns:a="http://schemas.openxmlformats.org/drawingml/2006/main">
            <a:off x="4238625" y="220027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3" name="Diagram connector">
            <a:extLst xmlns:a="http://schemas.openxmlformats.org/drawingml/2006/main">
              <a:ext uri="{FF2B5EF4-FFF2-40B4-BE49-F238E27FC236}">
                <a16:creationId xmlns:a16="http://schemas.microsoft.com/office/drawing/2014/main" id="{9A82C937-442D-45C7-BDED-7DE365BAAAEA}"/>
              </a:ext>
            </a:extLst>
          </p:cNvPr>
          <p:cNvSpPr>
            <a:spLocks xmlns:a="http://schemas.openxmlformats.org/drawingml/2006/main" noGrp="1"/>
          </p:cNvSpPr>
          <p:nvPr/>
        </p:nvSpPr>
        <p:spPr>
          <a:xfrm xmlns:a="http://schemas.openxmlformats.org/drawingml/2006/main">
            <a:off x="7191375" y="22383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D1F87656-40E0-473A-8CFF-AD6DDFDBEB26}"/>
              </a:ext>
            </a:extLst>
          </p:cNvPr>
          <p:cNvSpPr>
            <a:spLocks xmlns:a="http://schemas.openxmlformats.org/drawingml/2006/main" noGrp="1"/>
          </p:cNvSpPr>
          <p:nvPr/>
        </p:nvSpPr>
        <p:spPr>
          <a:xfrm xmlns:a="http://schemas.openxmlformats.org/drawingml/2006/main">
            <a:off x="7905750" y="220027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5" name="Diagram connector">
            <a:extLst xmlns:a="http://schemas.openxmlformats.org/drawingml/2006/main">
              <a:ext uri="{FF2B5EF4-FFF2-40B4-BE49-F238E27FC236}">
                <a16:creationId xmlns:a16="http://schemas.microsoft.com/office/drawing/2014/main" id="{4AC2B48E-D611-4019-A937-503BB5D632E3}"/>
              </a:ext>
            </a:extLst>
          </p:cNvPr>
          <p:cNvSpPr>
            <a:spLocks xmlns:a="http://schemas.openxmlformats.org/drawingml/2006/main" noGrp="1"/>
          </p:cNvSpPr>
          <p:nvPr/>
        </p:nvSpPr>
        <p:spPr>
          <a:xfrm xmlns:a="http://schemas.openxmlformats.org/drawingml/2006/main">
            <a:off x="9429750" y="2667000"/>
            <a:ext cx="9525" cy="1190625"/>
          </a:xfrm>
          <a:custGeom xmlns:a="http://schemas.openxmlformats.org/drawingml/2006/main">
            <a:pathLst>
              <a:path w="9525" h="1190625">
                <a:moveTo>
                  <a:pt x="0" y="0"/>
                </a:moveTo>
                <a:lnTo>
                  <a:pt x="0" y="1190625"/>
                </a:lnTo>
              </a:path>
            </a:pathLst>
          </a:custGeom>
          <a:noFill xmlns:a="http://schemas.openxmlformats.org/drawingml/2006/main"/>
          <a:ln xmlns:a="http://schemas.openxmlformats.org/drawingml/2006/main" w="12383">
            <a:solidFill>
              <a:srgbClr val="132C43"/>
            </a:solidFill>
            <a:prstDash val="solid"/>
          </a:ln>
        </p:spPr>
      </p:sp>
      <p:sp>
        <p:nvSpPr>
          <p:cNvPr id="16" name="Diagram connector">
            <a:extLst xmlns:a="http://schemas.openxmlformats.org/drawingml/2006/main">
              <a:ext uri="{FF2B5EF4-FFF2-40B4-BE49-F238E27FC236}">
                <a16:creationId xmlns:a16="http://schemas.microsoft.com/office/drawing/2014/main" id="{EF5B0C68-BD9D-49BA-B92D-7DC1A0862189}"/>
              </a:ext>
            </a:extLst>
          </p:cNvPr>
          <p:cNvSpPr>
            <a:spLocks xmlns:a="http://schemas.openxmlformats.org/drawingml/2006/main" noGrp="1"/>
          </p:cNvSpPr>
          <p:nvPr/>
        </p:nvSpPr>
        <p:spPr>
          <a:xfrm xmlns:a="http://schemas.openxmlformats.org/drawingml/2006/main">
            <a:off x="9391650" y="376237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F8577C28-BEAE-495A-9BFE-8D5C71FC5A91}"/>
              </a:ext>
            </a:extLst>
          </p:cNvPr>
          <p:cNvSpPr>
            <a:spLocks xmlns:a="http://schemas.openxmlformats.org/drawingml/2006/main" noGrp="1"/>
          </p:cNvSpPr>
          <p:nvPr/>
        </p:nvSpPr>
        <p:spPr>
          <a:xfrm xmlns:a="http://schemas.openxmlformats.org/drawingml/2006/main">
            <a:off x="7191375" y="4286250"/>
            <a:ext cx="809625" cy="9525"/>
          </a:xfrm>
          <a:custGeom xmlns:a="http://schemas.openxmlformats.org/drawingml/2006/main">
            <a:pathLst>
              <a:path w="809625" h="9525">
                <a:moveTo>
                  <a:pt x="809625" y="0"/>
                </a:moveTo>
                <a:lnTo>
                  <a:pt x="0" y="0"/>
                </a:lnTo>
              </a:path>
            </a:pathLst>
          </a:custGeom>
          <a:noFill xmlns:a="http://schemas.openxmlformats.org/drawingml/2006/main"/>
          <a:ln xmlns:a="http://schemas.openxmlformats.org/drawingml/2006/main" w="12383">
            <a:solidFill>
              <a:srgbClr val="132C43"/>
            </a:solidFill>
            <a:prstDash val="solid"/>
          </a:ln>
        </p:spPr>
      </p:sp>
      <p:sp>
        <p:nvSpPr>
          <p:cNvPr id="18" name="Diagram connector">
            <a:extLst xmlns:a="http://schemas.openxmlformats.org/drawingml/2006/main">
              <a:ext uri="{FF2B5EF4-FFF2-40B4-BE49-F238E27FC236}">
                <a16:creationId xmlns:a16="http://schemas.microsoft.com/office/drawing/2014/main" id="{4A71DCB8-3D3F-4416-966E-1C77F15ACF6B}"/>
              </a:ext>
            </a:extLst>
          </p:cNvPr>
          <p:cNvSpPr>
            <a:spLocks xmlns:a="http://schemas.openxmlformats.org/drawingml/2006/main" noGrp="1"/>
          </p:cNvSpPr>
          <p:nvPr/>
        </p:nvSpPr>
        <p:spPr>
          <a:xfrm xmlns:a="http://schemas.openxmlformats.org/drawingml/2006/main">
            <a:off x="7191375" y="42481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9" name="Diagram connector">
            <a:extLst xmlns:a="http://schemas.openxmlformats.org/drawingml/2006/main">
              <a:ext uri="{FF2B5EF4-FFF2-40B4-BE49-F238E27FC236}">
                <a16:creationId xmlns:a16="http://schemas.microsoft.com/office/drawing/2014/main" id="{3A605339-51A5-4FAF-BE8C-EBF2DE8D647D}"/>
              </a:ext>
            </a:extLst>
          </p:cNvPr>
          <p:cNvSpPr>
            <a:spLocks xmlns:a="http://schemas.openxmlformats.org/drawingml/2006/main" noGrp="1"/>
          </p:cNvSpPr>
          <p:nvPr/>
        </p:nvSpPr>
        <p:spPr>
          <a:xfrm xmlns:a="http://schemas.openxmlformats.org/drawingml/2006/main">
            <a:off x="3524250" y="4286250"/>
            <a:ext cx="809625" cy="9525"/>
          </a:xfrm>
          <a:custGeom xmlns:a="http://schemas.openxmlformats.org/drawingml/2006/main">
            <a:pathLst>
              <a:path w="809625" h="9525">
                <a:moveTo>
                  <a:pt x="809625" y="0"/>
                </a:moveTo>
                <a:lnTo>
                  <a:pt x="0" y="0"/>
                </a:lnTo>
              </a:path>
            </a:pathLst>
          </a:custGeom>
          <a:noFill xmlns:a="http://schemas.openxmlformats.org/drawingml/2006/main"/>
          <a:ln xmlns:a="http://schemas.openxmlformats.org/drawingml/2006/main" w="12383">
            <a:solidFill>
              <a:srgbClr val="132C43"/>
            </a:solidFill>
            <a:prstDash val="solid"/>
          </a:ln>
        </p:spPr>
      </p:sp>
      <p:sp>
        <p:nvSpPr>
          <p:cNvPr id="20" name="Diagram connector">
            <a:extLst xmlns:a="http://schemas.openxmlformats.org/drawingml/2006/main">
              <a:ext uri="{FF2B5EF4-FFF2-40B4-BE49-F238E27FC236}">
                <a16:creationId xmlns:a16="http://schemas.microsoft.com/office/drawing/2014/main" id="{8AA5A78A-E517-4AAA-87FB-3C097A095E71}"/>
              </a:ext>
            </a:extLst>
          </p:cNvPr>
          <p:cNvSpPr>
            <a:spLocks xmlns:a="http://schemas.openxmlformats.org/drawingml/2006/main" noGrp="1"/>
          </p:cNvSpPr>
          <p:nvPr/>
        </p:nvSpPr>
        <p:spPr>
          <a:xfrm xmlns:a="http://schemas.openxmlformats.org/drawingml/2006/main">
            <a:off x="3524250" y="42481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1" name="Diagram connector">
            <a:extLst xmlns:a="http://schemas.openxmlformats.org/drawingml/2006/main">
              <a:ext uri="{FF2B5EF4-FFF2-40B4-BE49-F238E27FC236}">
                <a16:creationId xmlns:a16="http://schemas.microsoft.com/office/drawing/2014/main" id="{CA32E41C-9926-43AD-8889-ADD5731A1FAC}"/>
              </a:ext>
            </a:extLst>
          </p:cNvPr>
          <p:cNvSpPr>
            <a:spLocks xmlns:a="http://schemas.openxmlformats.org/drawingml/2006/main" noGrp="1"/>
          </p:cNvSpPr>
          <p:nvPr/>
        </p:nvSpPr>
        <p:spPr>
          <a:xfrm xmlns:a="http://schemas.openxmlformats.org/drawingml/2006/main">
            <a:off x="2095500" y="2667000"/>
            <a:ext cx="3667125" cy="1190625"/>
          </a:xfrm>
          <a:custGeom xmlns:a="http://schemas.openxmlformats.org/drawingml/2006/main">
            <a:pathLst>
              <a:path w="3667125" h="1190625">
                <a:moveTo>
                  <a:pt x="0" y="1190625"/>
                </a:moveTo>
                <a:lnTo>
                  <a:pt x="0" y="476250"/>
                </a:lnTo>
                <a:lnTo>
                  <a:pt x="3667125" y="476250"/>
                </a:lnTo>
                <a:lnTo>
                  <a:pt x="3667125" y="0"/>
                </a:lnTo>
              </a:path>
            </a:pathLst>
          </a:custGeom>
          <a:noFill xmlns:a="http://schemas.openxmlformats.org/drawingml/2006/main"/>
          <a:ln xmlns:a="http://schemas.openxmlformats.org/drawingml/2006/main" w="12383">
            <a:solidFill>
              <a:srgbClr val="132C43"/>
            </a:solidFill>
            <a:prstDash val="solid"/>
          </a:ln>
        </p:spPr>
      </p:sp>
      <p:sp>
        <p:nvSpPr>
          <p:cNvPr id="22" name="Diagram connector">
            <a:extLst xmlns:a="http://schemas.openxmlformats.org/drawingml/2006/main">
              <a:ext uri="{FF2B5EF4-FFF2-40B4-BE49-F238E27FC236}">
                <a16:creationId xmlns:a16="http://schemas.microsoft.com/office/drawing/2014/main" id="{9AA6E5B4-83ED-4ED3-9FDF-C9679916E39B}"/>
              </a:ext>
            </a:extLst>
          </p:cNvPr>
          <p:cNvSpPr>
            <a:spLocks xmlns:a="http://schemas.openxmlformats.org/drawingml/2006/main" noGrp="1"/>
          </p:cNvSpPr>
          <p:nvPr/>
        </p:nvSpPr>
        <p:spPr>
          <a:xfrm xmlns:a="http://schemas.openxmlformats.org/drawingml/2006/main">
            <a:off x="5724525" y="266700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3" name="Eligible backend failure">
            <a:extLst xmlns:a="http://schemas.openxmlformats.org/drawingml/2006/main">
              <a:ext uri="{FF2B5EF4-FFF2-40B4-BE49-F238E27FC236}">
                <a16:creationId xmlns:a16="http://schemas.microsoft.com/office/drawing/2014/main" id="{05D5A3FC-0C9E-4820-B72E-F98C8CAE93A9}"/>
              </a:ext>
            </a:extLst>
          </p:cNvPr>
          <p:cNvSpPr>
            <a:spLocks xmlns:a="http://schemas.openxmlformats.org/drawingml/2006/main" noGrp="1"/>
          </p:cNvSpPr>
          <p:nvPr/>
        </p:nvSpPr>
        <p:spPr>
          <a:xfrm xmlns:a="http://schemas.openxmlformats.org/drawingml/2006/main">
            <a:off x="1143000" y="28765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263746"/>
                </a:solidFill>
                <a:latin typeface="Arial"/>
                <a:ea typeface="Arial"/>
                <a:cs typeface="Arial"/>
              </a:defRPr>
            </a:defPPr>
          </a:lstStyle>
          <a:p xmlns:a="http://schemas.openxmlformats.org/drawingml/2006/main">
            <a:pPr algn="l">
              <a:lnSpc>
                <a:spcPct val="104000"/>
              </a:lnSpc>
              <a:buNone/>
              <a:defRPr sz="1500" b="0">
                <a:solidFill>
                  <a:srgbClr val="263746"/>
                </a:solidFill>
                <a:latin typeface="Arial"/>
                <a:ea typeface="Arial"/>
                <a:cs typeface="Arial"/>
              </a:defRPr>
            </a:pPr>
            <a:r>
              <a:rPr sz="1500" b="0">
                <a:solidFill>
                  <a:srgbClr val="263746"/>
                </a:solidFill>
                <a:latin typeface="Arial"/>
                <a:ea typeface="Arial"/>
                <a:cs typeface="Arial"/>
              </a:rPr>
              <a:t>Eligible backend failure</a:t>
            </a:r>
          </a:p>
        </p:txBody>
      </p:sp>
      <p:sp>
        <p:nvSpPr>
          <p:cNvPr id="24" name="Checks passed: persist VERIFIED&#10;Unresolved failure: preserve evidence ">
            <a:extLst xmlns:a="http://schemas.openxmlformats.org/drawingml/2006/main">
              <a:ext uri="{FF2B5EF4-FFF2-40B4-BE49-F238E27FC236}">
                <a16:creationId xmlns:a16="http://schemas.microsoft.com/office/drawing/2014/main" id="{1DE4AD02-8ACA-4172-8C0A-EE0B6111DC1E}"/>
              </a:ext>
            </a:extLst>
          </p:cNvPr>
          <p:cNvSpPr>
            <a:spLocks xmlns:a="http://schemas.openxmlformats.org/drawingml/2006/main" noGrp="1"/>
          </p:cNvSpPr>
          <p:nvPr/>
        </p:nvSpPr>
        <p:spPr>
          <a:xfrm xmlns:a="http://schemas.openxmlformats.org/drawingml/2006/main">
            <a:off x="4333875" y="5343525"/>
            <a:ext cx="695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Checks passed: persist VERIFIED</a:t>
            </a:r>
          </a:p>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Unresolved failure: preserve evidence and request review</a:t>
            </a:r>
          </a:p>
        </p:txBody>
      </p:sp>
    </p:spTree>
    <p:extLst>
      <p:ext uri="{BB962C8B-B14F-4D97-AF65-F5344CB8AC3E}">
        <p14:creationId xmlns:p14="http://schemas.microsoft.com/office/powerpoint/2010/main" val="1355336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2.2 USER INTERACTION">
            <a:extLst xmlns:a="http://schemas.openxmlformats.org/drawingml/2006/main">
              <a:ext uri="{FF2B5EF4-FFF2-40B4-BE49-F238E27FC236}">
                <a16:creationId xmlns:a16="http://schemas.microsoft.com/office/drawing/2014/main" id="{45CF6BA0-BF2F-45EA-8F20-3A056EE2856F}"/>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2.2 USER INTERACTION</a:t>
            </a:r>
          </a:p>
        </p:txBody>
      </p:sp>
      <p:sp>
        <p:nvSpPr>
          <p:cNvPr id="2" name="Use case diagram">
            <a:extLst xmlns:a="http://schemas.openxmlformats.org/drawingml/2006/main">
              <a:ext uri="{FF2B5EF4-FFF2-40B4-BE49-F238E27FC236}">
                <a16:creationId xmlns:a16="http://schemas.microsoft.com/office/drawing/2014/main" id="{A2A40E21-0E80-4CC7-B2B2-AADF870679EA}"/>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Use case diagram</a:t>
            </a:r>
          </a:p>
        </p:txBody>
      </p:sp>
      <p:sp>
        <p:nvSpPr>
          <p:cNvPr id="3" name="PROJECTFORGE AI">
            <a:extLst xmlns:a="http://schemas.openxmlformats.org/drawingml/2006/main">
              <a:ext uri="{FF2B5EF4-FFF2-40B4-BE49-F238E27FC236}">
                <a16:creationId xmlns:a16="http://schemas.microsoft.com/office/drawing/2014/main" id="{390F30E2-FFC0-43F4-978B-D524252A0442}"/>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6">
            <a:extLst xmlns:a="http://schemas.openxmlformats.org/drawingml/2006/main">
              <a:ext uri="{FF2B5EF4-FFF2-40B4-BE49-F238E27FC236}">
                <a16:creationId xmlns:a16="http://schemas.microsoft.com/office/drawing/2014/main" id="{8EA57C59-D859-41C3-A781-6D560F2CCD5F}"/>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16</a:t>
            </a:r>
          </a:p>
        </p:txBody>
      </p:sp>
      <p:sp>
        <p:nvSpPr>
          <p:cNvPr id="5" name="ProjectForge AI">
            <a:extLst xmlns:a="http://schemas.openxmlformats.org/drawingml/2006/main">
              <a:ext uri="{FF2B5EF4-FFF2-40B4-BE49-F238E27FC236}">
                <a16:creationId xmlns:a16="http://schemas.microsoft.com/office/drawing/2014/main" id="{B0827954-38E3-4545-AF29-BAC46C6D16F2}"/>
              </a:ext>
            </a:extLst>
          </p:cNvPr>
          <p:cNvSpPr>
            <a:spLocks xmlns:a="http://schemas.openxmlformats.org/drawingml/2006/main" noGrp="1"/>
          </p:cNvSpPr>
          <p:nvPr/>
        </p:nvSpPr>
        <p:spPr>
          <a:xfrm xmlns:a="http://schemas.openxmlformats.org/drawingml/2006/main">
            <a:off x="3238500" y="1428750"/>
            <a:ext cx="6096000" cy="4667250"/>
          </a:xfrm>
          <a:prstGeom xmlns:a="http://schemas.openxmlformats.org/drawingml/2006/main" prst="rect">
            <a:avLst/>
          </a:prstGeom>
          <a:noFill xmlns:a="http://schemas.openxmlformats.org/drawingml/2006/main"/>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00" b="0">
                <a:solidFill>
                  <a:srgbClr val="FFFFFF"/>
                </a:solidFill>
                <a:latin typeface="Arial"/>
                <a:ea typeface="Arial"/>
                <a:cs typeface="Arial"/>
              </a:defRPr>
            </a:defPPr>
          </a:lstStyle>
          <a:p xmlns:a="http://schemas.openxmlformats.org/drawingml/2006/main">
            <a:pPr algn="ctr">
              <a:lnSpc>
                <a:spcPct val="102000"/>
              </a:lnSpc>
              <a:buNone/>
              <a:defRPr sz="100" b="0">
                <a:solidFill>
                  <a:srgbClr val="FFFFFF"/>
                </a:solidFill>
                <a:latin typeface="Arial"/>
                <a:ea typeface="Arial"/>
                <a:cs typeface="Arial"/>
              </a:defRPr>
            </a:pPr>
            <a:r>
              <a:rPr sz="100" b="0">
                <a:solidFill>
                  <a:srgbClr val="FFFFFF"/>
                </a:solidFill>
                <a:latin typeface="Arial"/>
                <a:ea typeface="Arial"/>
                <a:cs typeface="Arial"/>
              </a:rPr>
              <a:t>ProjectForge AI</a:t>
            </a:r>
          </a:p>
        </p:txBody>
      </p:sp>
      <p:sp>
        <p:nvSpPr>
          <p:cNvPr id="6" name="ProjectForge AI system">
            <a:extLst xmlns:a="http://schemas.openxmlformats.org/drawingml/2006/main">
              <a:ext uri="{FF2B5EF4-FFF2-40B4-BE49-F238E27FC236}">
                <a16:creationId xmlns:a16="http://schemas.microsoft.com/office/drawing/2014/main" id="{3B77ABF2-D850-4AF5-A4AE-6FB033EAD065}"/>
              </a:ext>
            </a:extLst>
          </p:cNvPr>
          <p:cNvSpPr>
            <a:spLocks xmlns:a="http://schemas.openxmlformats.org/drawingml/2006/main" noGrp="1"/>
          </p:cNvSpPr>
          <p:nvPr/>
        </p:nvSpPr>
        <p:spPr>
          <a:xfrm xmlns:a="http://schemas.openxmlformats.org/drawingml/2006/main">
            <a:off x="3381375" y="1552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087E8B"/>
                </a:solidFill>
                <a:latin typeface="Arial"/>
                <a:ea typeface="Arial"/>
                <a:cs typeface="Arial"/>
              </a:defRPr>
            </a:defPPr>
          </a:lstStyle>
          <a:p xmlns:a="http://schemas.openxmlformats.org/drawingml/2006/main">
            <a:pPr algn="l">
              <a:lnSpc>
                <a:spcPct val="104000"/>
              </a:lnSpc>
              <a:buNone/>
              <a:defRPr sz="1875" b="1">
                <a:solidFill>
                  <a:srgbClr val="087E8B"/>
                </a:solidFill>
                <a:latin typeface="Arial"/>
                <a:ea typeface="Arial"/>
                <a:cs typeface="Arial"/>
              </a:defRPr>
            </a:pPr>
            <a:r>
              <a:rPr sz="1875" b="1">
                <a:solidFill>
                  <a:srgbClr val="087E8B"/>
                </a:solidFill>
                <a:latin typeface="Arial"/>
                <a:ea typeface="Arial"/>
                <a:cs typeface="Arial"/>
              </a:rPr>
              <a:t>ProjectForge AI system</a:t>
            </a:r>
          </a:p>
        </p:txBody>
      </p:sp>
      <p:sp>
        <p:nvSpPr>
          <p:cNvPr id="7" name="User / developer">
            <a:extLst xmlns:a="http://schemas.openxmlformats.org/drawingml/2006/main">
              <a:ext uri="{FF2B5EF4-FFF2-40B4-BE49-F238E27FC236}">
                <a16:creationId xmlns:a16="http://schemas.microsoft.com/office/drawing/2014/main" id="{5B4D0339-A982-444D-B4CB-659757E776E4}"/>
              </a:ext>
            </a:extLst>
          </p:cNvPr>
          <p:cNvSpPr>
            <a:spLocks xmlns:a="http://schemas.openxmlformats.org/drawingml/2006/main" noGrp="1"/>
          </p:cNvSpPr>
          <p:nvPr/>
        </p:nvSpPr>
        <p:spPr>
          <a:xfrm xmlns:a="http://schemas.openxmlformats.org/drawingml/2006/main">
            <a:off x="619125" y="3162300"/>
            <a:ext cx="2047875"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950" b="0">
                <a:solidFill>
                  <a:srgbClr val="132C43"/>
                </a:solidFill>
                <a:latin typeface="Arial"/>
                <a:ea typeface="Arial"/>
                <a:cs typeface="Arial"/>
              </a:defRPr>
            </a:defPPr>
          </a:lstStyle>
          <a:p xmlns:a="http://schemas.openxmlformats.org/drawingml/2006/main">
            <a:pPr algn="ctr">
              <a:lnSpc>
                <a:spcPct val="102000"/>
              </a:lnSpc>
              <a:buNone/>
              <a:defRPr sz="1950" b="0">
                <a:solidFill>
                  <a:srgbClr val="132C43"/>
                </a:solidFill>
                <a:latin typeface="Arial"/>
                <a:ea typeface="Arial"/>
                <a:cs typeface="Arial"/>
              </a:defRPr>
            </a:pPr>
            <a:r>
              <a:rPr sz="1950" b="0">
                <a:solidFill>
                  <a:srgbClr val="132C43"/>
                </a:solidFill>
                <a:latin typeface="Arial"/>
                <a:ea typeface="Arial"/>
                <a:cs typeface="Arial"/>
              </a:rPr>
              <a:t>User / developer</a:t>
            </a:r>
          </a:p>
        </p:txBody>
      </p:sp>
      <p:sp>
        <p:nvSpPr>
          <p:cNvPr id="8" name="Submit project idea">
            <a:extLst xmlns:a="http://schemas.openxmlformats.org/drawingml/2006/main">
              <a:ext uri="{FF2B5EF4-FFF2-40B4-BE49-F238E27FC236}">
                <a16:creationId xmlns:a16="http://schemas.microsoft.com/office/drawing/2014/main" id="{5446E4B2-17A3-4B74-BA10-973F5C50ADE7}"/>
              </a:ext>
            </a:extLst>
          </p:cNvPr>
          <p:cNvSpPr>
            <a:spLocks xmlns:a="http://schemas.openxmlformats.org/drawingml/2006/main" noGrp="1"/>
          </p:cNvSpPr>
          <p:nvPr/>
        </p:nvSpPr>
        <p:spPr>
          <a:xfrm xmlns:a="http://schemas.openxmlformats.org/drawingml/2006/main">
            <a:off x="4000500" y="2047875"/>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Submit project idea</a:t>
            </a:r>
          </a:p>
        </p:txBody>
      </p:sp>
      <p:sp>
        <p:nvSpPr>
          <p:cNvPr id="9" name="Diagram connector">
            <a:extLst xmlns:a="http://schemas.openxmlformats.org/drawingml/2006/main">
              <a:ext uri="{FF2B5EF4-FFF2-40B4-BE49-F238E27FC236}">
                <a16:creationId xmlns:a16="http://schemas.microsoft.com/office/drawing/2014/main" id="{28651F42-671E-4D80-A7E9-4FBF5FBD918E}"/>
              </a:ext>
            </a:extLst>
          </p:cNvPr>
          <p:cNvSpPr>
            <a:spLocks xmlns:a="http://schemas.openxmlformats.org/drawingml/2006/main" noGrp="1"/>
          </p:cNvSpPr>
          <p:nvPr/>
        </p:nvSpPr>
        <p:spPr>
          <a:xfrm xmlns:a="http://schemas.openxmlformats.org/drawingml/2006/main">
            <a:off x="2667000" y="2295525"/>
            <a:ext cx="1333500" cy="1295400"/>
          </a:xfrm>
          <a:custGeom xmlns:a="http://schemas.openxmlformats.org/drawingml/2006/main">
            <a:pathLst>
              <a:path w="1333500" h="1295400">
                <a:moveTo>
                  <a:pt x="0" y="1295400"/>
                </a:moveTo>
                <a:lnTo>
                  <a:pt x="1333500" y="0"/>
                </a:lnTo>
              </a:path>
            </a:pathLst>
          </a:custGeom>
          <a:noFill xmlns:a="http://schemas.openxmlformats.org/drawingml/2006/main"/>
          <a:ln xmlns:a="http://schemas.openxmlformats.org/drawingml/2006/main" w="9525">
            <a:solidFill>
              <a:srgbClr val="132C43"/>
            </a:solidFill>
            <a:prstDash val="solid"/>
          </a:ln>
        </p:spPr>
      </p:sp>
      <p:sp>
        <p:nvSpPr>
          <p:cNvPr id="10" name="Answer clarifications">
            <a:extLst xmlns:a="http://schemas.openxmlformats.org/drawingml/2006/main">
              <a:ext uri="{FF2B5EF4-FFF2-40B4-BE49-F238E27FC236}">
                <a16:creationId xmlns:a16="http://schemas.microsoft.com/office/drawing/2014/main" id="{6D4C4DA6-48D7-410C-900F-6DE17A1284F0}"/>
              </a:ext>
            </a:extLst>
          </p:cNvPr>
          <p:cNvSpPr>
            <a:spLocks xmlns:a="http://schemas.openxmlformats.org/drawingml/2006/main" noGrp="1"/>
          </p:cNvSpPr>
          <p:nvPr/>
        </p:nvSpPr>
        <p:spPr>
          <a:xfrm xmlns:a="http://schemas.openxmlformats.org/drawingml/2006/main">
            <a:off x="4000500" y="2686050"/>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Answer clarifications</a:t>
            </a:r>
          </a:p>
        </p:txBody>
      </p:sp>
      <p:sp>
        <p:nvSpPr>
          <p:cNvPr id="11" name="Diagram connector">
            <a:extLst xmlns:a="http://schemas.openxmlformats.org/drawingml/2006/main">
              <a:ext uri="{FF2B5EF4-FFF2-40B4-BE49-F238E27FC236}">
                <a16:creationId xmlns:a16="http://schemas.microsoft.com/office/drawing/2014/main" id="{C558BC2E-0B36-479E-A00A-36591673C311}"/>
              </a:ext>
            </a:extLst>
          </p:cNvPr>
          <p:cNvSpPr>
            <a:spLocks xmlns:a="http://schemas.openxmlformats.org/drawingml/2006/main" noGrp="1"/>
          </p:cNvSpPr>
          <p:nvPr/>
        </p:nvSpPr>
        <p:spPr>
          <a:xfrm xmlns:a="http://schemas.openxmlformats.org/drawingml/2006/main">
            <a:off x="2667000" y="2933700"/>
            <a:ext cx="1333500" cy="657225"/>
          </a:xfrm>
          <a:custGeom xmlns:a="http://schemas.openxmlformats.org/drawingml/2006/main">
            <a:pathLst>
              <a:path w="1333500" h="657225">
                <a:moveTo>
                  <a:pt x="0" y="657225"/>
                </a:moveTo>
                <a:lnTo>
                  <a:pt x="1333500" y="0"/>
                </a:lnTo>
              </a:path>
            </a:pathLst>
          </a:custGeom>
          <a:noFill xmlns:a="http://schemas.openxmlformats.org/drawingml/2006/main"/>
          <a:ln xmlns:a="http://schemas.openxmlformats.org/drawingml/2006/main" w="9525">
            <a:solidFill>
              <a:srgbClr val="132C43"/>
            </a:solidFill>
            <a:prstDash val="solid"/>
          </a:ln>
        </p:spPr>
      </p:sp>
      <p:sp>
        <p:nvSpPr>
          <p:cNvPr id="12" name="Monitor workflow">
            <a:extLst xmlns:a="http://schemas.openxmlformats.org/drawingml/2006/main">
              <a:ext uri="{FF2B5EF4-FFF2-40B4-BE49-F238E27FC236}">
                <a16:creationId xmlns:a16="http://schemas.microsoft.com/office/drawing/2014/main" id="{E888890E-1C9A-46FA-B7F3-8346954C0688}"/>
              </a:ext>
            </a:extLst>
          </p:cNvPr>
          <p:cNvSpPr>
            <a:spLocks xmlns:a="http://schemas.openxmlformats.org/drawingml/2006/main" noGrp="1"/>
          </p:cNvSpPr>
          <p:nvPr/>
        </p:nvSpPr>
        <p:spPr>
          <a:xfrm xmlns:a="http://schemas.openxmlformats.org/drawingml/2006/main">
            <a:off x="4000500" y="3324225"/>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Monitor workflow</a:t>
            </a:r>
          </a:p>
        </p:txBody>
      </p:sp>
      <p:sp>
        <p:nvSpPr>
          <p:cNvPr id="13" name="Diagram connector">
            <a:extLst xmlns:a="http://schemas.openxmlformats.org/drawingml/2006/main">
              <a:ext uri="{FF2B5EF4-FFF2-40B4-BE49-F238E27FC236}">
                <a16:creationId xmlns:a16="http://schemas.microsoft.com/office/drawing/2014/main" id="{47DC8433-4E11-4AF8-9420-6E4C97231F88}"/>
              </a:ext>
            </a:extLst>
          </p:cNvPr>
          <p:cNvSpPr>
            <a:spLocks xmlns:a="http://schemas.openxmlformats.org/drawingml/2006/main" noGrp="1"/>
          </p:cNvSpPr>
          <p:nvPr/>
        </p:nvSpPr>
        <p:spPr>
          <a:xfrm xmlns:a="http://schemas.openxmlformats.org/drawingml/2006/main">
            <a:off x="2667000" y="3571875"/>
            <a:ext cx="1333500" cy="19050"/>
          </a:xfrm>
          <a:custGeom xmlns:a="http://schemas.openxmlformats.org/drawingml/2006/main">
            <a:pathLst>
              <a:path w="1333500" h="19050">
                <a:moveTo>
                  <a:pt x="0" y="19050"/>
                </a:moveTo>
                <a:lnTo>
                  <a:pt x="1333500" y="0"/>
                </a:lnTo>
              </a:path>
            </a:pathLst>
          </a:custGeom>
          <a:noFill xmlns:a="http://schemas.openxmlformats.org/drawingml/2006/main"/>
          <a:ln xmlns:a="http://schemas.openxmlformats.org/drawingml/2006/main" w="9525">
            <a:solidFill>
              <a:srgbClr val="132C43"/>
            </a:solidFill>
            <a:prstDash val="solid"/>
          </a:ln>
        </p:spPr>
      </p:sp>
      <p:sp>
        <p:nvSpPr>
          <p:cNvPr id="14" name="Review blueprint">
            <a:extLst xmlns:a="http://schemas.openxmlformats.org/drawingml/2006/main">
              <a:ext uri="{FF2B5EF4-FFF2-40B4-BE49-F238E27FC236}">
                <a16:creationId xmlns:a16="http://schemas.microsoft.com/office/drawing/2014/main" id="{E4E8A735-2075-45EB-887F-8BDCDF60F2A5}"/>
              </a:ext>
            </a:extLst>
          </p:cNvPr>
          <p:cNvSpPr>
            <a:spLocks xmlns:a="http://schemas.openxmlformats.org/drawingml/2006/main" noGrp="1"/>
          </p:cNvSpPr>
          <p:nvPr/>
        </p:nvSpPr>
        <p:spPr>
          <a:xfrm xmlns:a="http://schemas.openxmlformats.org/drawingml/2006/main">
            <a:off x="4000500" y="3962400"/>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Review blueprint</a:t>
            </a:r>
          </a:p>
        </p:txBody>
      </p:sp>
      <p:sp>
        <p:nvSpPr>
          <p:cNvPr id="15" name="Diagram connector">
            <a:extLst xmlns:a="http://schemas.openxmlformats.org/drawingml/2006/main">
              <a:ext uri="{FF2B5EF4-FFF2-40B4-BE49-F238E27FC236}">
                <a16:creationId xmlns:a16="http://schemas.microsoft.com/office/drawing/2014/main" id="{6524FD9C-5720-459C-B7AF-4529F2BD7B9D}"/>
              </a:ext>
            </a:extLst>
          </p:cNvPr>
          <p:cNvSpPr>
            <a:spLocks xmlns:a="http://schemas.openxmlformats.org/drawingml/2006/main" noGrp="1"/>
          </p:cNvSpPr>
          <p:nvPr/>
        </p:nvSpPr>
        <p:spPr>
          <a:xfrm xmlns:a="http://schemas.openxmlformats.org/drawingml/2006/main">
            <a:off x="2667000" y="3590925"/>
            <a:ext cx="1333500" cy="619125"/>
          </a:xfrm>
          <a:custGeom xmlns:a="http://schemas.openxmlformats.org/drawingml/2006/main">
            <a:pathLst>
              <a:path w="1333500" h="619125">
                <a:moveTo>
                  <a:pt x="0" y="0"/>
                </a:moveTo>
                <a:lnTo>
                  <a:pt x="1333500" y="619125"/>
                </a:lnTo>
              </a:path>
            </a:pathLst>
          </a:custGeom>
          <a:noFill xmlns:a="http://schemas.openxmlformats.org/drawingml/2006/main"/>
          <a:ln xmlns:a="http://schemas.openxmlformats.org/drawingml/2006/main" w="9525">
            <a:solidFill>
              <a:srgbClr val="132C43"/>
            </a:solidFill>
            <a:prstDash val="solid"/>
          </a:ln>
        </p:spPr>
      </p:sp>
      <p:sp>
        <p:nvSpPr>
          <p:cNvPr id="16" name="Start build and view results">
            <a:extLst xmlns:a="http://schemas.openxmlformats.org/drawingml/2006/main">
              <a:ext uri="{FF2B5EF4-FFF2-40B4-BE49-F238E27FC236}">
                <a16:creationId xmlns:a16="http://schemas.microsoft.com/office/drawing/2014/main" id="{B4416067-34A9-47F3-8432-CE93B496C7BA}"/>
              </a:ext>
            </a:extLst>
          </p:cNvPr>
          <p:cNvSpPr>
            <a:spLocks xmlns:a="http://schemas.openxmlformats.org/drawingml/2006/main" noGrp="1"/>
          </p:cNvSpPr>
          <p:nvPr/>
        </p:nvSpPr>
        <p:spPr>
          <a:xfrm xmlns:a="http://schemas.openxmlformats.org/drawingml/2006/main">
            <a:off x="4000500" y="4600575"/>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Start build and view results</a:t>
            </a:r>
          </a:p>
        </p:txBody>
      </p:sp>
      <p:sp>
        <p:nvSpPr>
          <p:cNvPr id="17" name="Diagram connector">
            <a:extLst xmlns:a="http://schemas.openxmlformats.org/drawingml/2006/main">
              <a:ext uri="{FF2B5EF4-FFF2-40B4-BE49-F238E27FC236}">
                <a16:creationId xmlns:a16="http://schemas.microsoft.com/office/drawing/2014/main" id="{A5E4DEDB-FF1E-4CA4-AC0C-73C7633C5728}"/>
              </a:ext>
            </a:extLst>
          </p:cNvPr>
          <p:cNvSpPr>
            <a:spLocks xmlns:a="http://schemas.openxmlformats.org/drawingml/2006/main" noGrp="1"/>
          </p:cNvSpPr>
          <p:nvPr/>
        </p:nvSpPr>
        <p:spPr>
          <a:xfrm xmlns:a="http://schemas.openxmlformats.org/drawingml/2006/main">
            <a:off x="2667000" y="3590925"/>
            <a:ext cx="1333500" cy="1257300"/>
          </a:xfrm>
          <a:custGeom xmlns:a="http://schemas.openxmlformats.org/drawingml/2006/main">
            <a:pathLst>
              <a:path w="1333500" h="1257300">
                <a:moveTo>
                  <a:pt x="0" y="0"/>
                </a:moveTo>
                <a:lnTo>
                  <a:pt x="1333500" y="1257300"/>
                </a:lnTo>
              </a:path>
            </a:pathLst>
          </a:custGeom>
          <a:noFill xmlns:a="http://schemas.openxmlformats.org/drawingml/2006/main"/>
          <a:ln xmlns:a="http://schemas.openxmlformats.org/drawingml/2006/main" w="9525">
            <a:solidFill>
              <a:srgbClr val="132C43"/>
            </a:solidFill>
            <a:prstDash val="solid"/>
          </a:ln>
        </p:spPr>
      </p:sp>
      <p:sp>
        <p:nvSpPr>
          <p:cNvPr id="18" name="Open verified project in VS Code">
            <a:extLst xmlns:a="http://schemas.openxmlformats.org/drawingml/2006/main">
              <a:ext uri="{FF2B5EF4-FFF2-40B4-BE49-F238E27FC236}">
                <a16:creationId xmlns:a16="http://schemas.microsoft.com/office/drawing/2014/main" id="{47EED56B-4849-4F29-A076-C6991564C307}"/>
              </a:ext>
            </a:extLst>
          </p:cNvPr>
          <p:cNvSpPr>
            <a:spLocks xmlns:a="http://schemas.openxmlformats.org/drawingml/2006/main" noGrp="1"/>
          </p:cNvSpPr>
          <p:nvPr/>
        </p:nvSpPr>
        <p:spPr>
          <a:xfrm xmlns:a="http://schemas.openxmlformats.org/drawingml/2006/main">
            <a:off x="4000500" y="5238750"/>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Open verified project in VS Code</a:t>
            </a:r>
          </a:p>
        </p:txBody>
      </p:sp>
      <p:sp>
        <p:nvSpPr>
          <p:cNvPr id="19" name="Diagram connector">
            <a:extLst xmlns:a="http://schemas.openxmlformats.org/drawingml/2006/main">
              <a:ext uri="{FF2B5EF4-FFF2-40B4-BE49-F238E27FC236}">
                <a16:creationId xmlns:a16="http://schemas.microsoft.com/office/drawing/2014/main" id="{B1408506-1EFD-4E28-96D6-1DB12FD1136B}"/>
              </a:ext>
            </a:extLst>
          </p:cNvPr>
          <p:cNvSpPr>
            <a:spLocks xmlns:a="http://schemas.openxmlformats.org/drawingml/2006/main" noGrp="1"/>
          </p:cNvSpPr>
          <p:nvPr/>
        </p:nvSpPr>
        <p:spPr>
          <a:xfrm xmlns:a="http://schemas.openxmlformats.org/drawingml/2006/main">
            <a:off x="2667000" y="3590925"/>
            <a:ext cx="1333500" cy="1895475"/>
          </a:xfrm>
          <a:custGeom xmlns:a="http://schemas.openxmlformats.org/drawingml/2006/main">
            <a:pathLst>
              <a:path w="1333500" h="1895475">
                <a:moveTo>
                  <a:pt x="0" y="0"/>
                </a:moveTo>
                <a:lnTo>
                  <a:pt x="1333500" y="1895475"/>
                </a:lnTo>
              </a:path>
            </a:pathLst>
          </a:custGeom>
          <a:noFill xmlns:a="http://schemas.openxmlformats.org/drawingml/2006/main"/>
          <a:ln xmlns:a="http://schemas.openxmlformats.org/drawingml/2006/main" w="9525">
            <a:solidFill>
              <a:srgbClr val="132C43"/>
            </a:solidFill>
            <a:prstDash val="solid"/>
          </a:ln>
        </p:spPr>
      </p:sp>
      <p:sp>
        <p:nvSpPr>
          <p:cNvPr id="20" name="External support:&#10;LM Studio supplies inference.&#10;Docker runs verificati">
            <a:extLst xmlns:a="http://schemas.openxmlformats.org/drawingml/2006/main">
              <a:ext uri="{FF2B5EF4-FFF2-40B4-BE49-F238E27FC236}">
                <a16:creationId xmlns:a16="http://schemas.microsoft.com/office/drawing/2014/main" id="{C012ACE6-F720-490C-8FA2-DCB93F6F7760}"/>
              </a:ext>
            </a:extLst>
          </p:cNvPr>
          <p:cNvSpPr>
            <a:spLocks xmlns:a="http://schemas.openxmlformats.org/drawingml/2006/main" noGrp="1"/>
          </p:cNvSpPr>
          <p:nvPr/>
        </p:nvSpPr>
        <p:spPr>
          <a:xfrm xmlns:a="http://schemas.openxmlformats.org/drawingml/2006/main">
            <a:off x="9667875" y="2667000"/>
            <a:ext cx="200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263746"/>
                </a:solidFill>
                <a:latin typeface="Arial"/>
                <a:ea typeface="Arial"/>
                <a:cs typeface="Arial"/>
              </a:defRPr>
            </a:defPPr>
          </a:lstStyle>
          <a:p xmlns:a="http://schemas.openxmlformats.org/drawingml/2006/main">
            <a:pPr algn="l">
              <a:lnSpc>
                <a:spcPct val="104000"/>
              </a:lnSpc>
              <a:buNone/>
              <a:defRPr sz="1800" b="0">
                <a:solidFill>
                  <a:srgbClr val="263746"/>
                </a:solidFill>
                <a:latin typeface="Arial"/>
                <a:ea typeface="Arial"/>
                <a:cs typeface="Arial"/>
              </a:defRPr>
            </a:pPr>
            <a:r>
              <a:rPr sz="1800" b="0">
                <a:solidFill>
                  <a:srgbClr val="263746"/>
                </a:solidFill>
                <a:latin typeface="Arial"/>
                <a:ea typeface="Arial"/>
                <a:cs typeface="Arial"/>
              </a:rPr>
              <a:t>External support:</a:t>
            </a:r>
          </a:p>
          <a:p xmlns:a="http://schemas.openxmlformats.org/drawingml/2006/main">
            <a:pPr algn="l">
              <a:lnSpc>
                <a:spcPct val="104000"/>
              </a:lnSpc>
              <a:buNone/>
              <a:defRPr sz="1800" b="0">
                <a:solidFill>
                  <a:srgbClr val="263746"/>
                </a:solidFill>
                <a:latin typeface="Arial"/>
                <a:ea typeface="Arial"/>
                <a:cs typeface="Arial"/>
              </a:defRPr>
            </a:pPr>
            <a:r>
              <a:rPr sz="1800" b="0">
                <a:solidFill>
                  <a:srgbClr val="263746"/>
                </a:solidFill>
                <a:latin typeface="Arial"/>
                <a:ea typeface="Arial"/>
                <a:cs typeface="Arial"/>
              </a:rPr>
              <a:t>LM Studio supplies inference.</a:t>
            </a:r>
          </a:p>
          <a:p xmlns:a="http://schemas.openxmlformats.org/drawingml/2006/main">
            <a:pPr algn="l">
              <a:lnSpc>
                <a:spcPct val="104000"/>
              </a:lnSpc>
              <a:buNone/>
              <a:defRPr sz="1800" b="0">
                <a:solidFill>
                  <a:srgbClr val="263746"/>
                </a:solidFill>
                <a:latin typeface="Arial"/>
                <a:ea typeface="Arial"/>
                <a:cs typeface="Arial"/>
              </a:defRPr>
            </a:pPr>
            <a:r>
              <a:rPr sz="1800" b="0">
                <a:solidFill>
                  <a:srgbClr val="263746"/>
                </a:solidFill>
                <a:latin typeface="Arial"/>
                <a:ea typeface="Arial"/>
                <a:cs typeface="Arial"/>
              </a:rPr>
              <a:t>Docker runs verification.</a:t>
            </a:r>
          </a:p>
        </p:txBody>
      </p:sp>
    </p:spTree>
    <p:extLst>
      <p:ext uri="{BB962C8B-B14F-4D97-AF65-F5344CB8AC3E}">
        <p14:creationId xmlns:p14="http://schemas.microsoft.com/office/powerpoint/2010/main" val="5995131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2.2 USE CASE DESCRIPTIONS">
            <a:extLst xmlns:a="http://schemas.openxmlformats.org/drawingml/2006/main">
              <a:ext uri="{FF2B5EF4-FFF2-40B4-BE49-F238E27FC236}">
                <a16:creationId xmlns:a16="http://schemas.microsoft.com/office/drawing/2014/main" id="{41F4C270-8049-494C-805D-1E33BE18231C}"/>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2.2 USE CASE DESCRIPTIONS</a:t>
            </a:r>
          </a:p>
        </p:txBody>
      </p:sp>
      <p:sp>
        <p:nvSpPr>
          <p:cNvPr id="2" name="Primary use cases">
            <a:extLst xmlns:a="http://schemas.openxmlformats.org/drawingml/2006/main">
              <a:ext uri="{FF2B5EF4-FFF2-40B4-BE49-F238E27FC236}">
                <a16:creationId xmlns:a16="http://schemas.microsoft.com/office/drawing/2014/main" id="{478D97F3-AA37-4F1D-AC4F-A934F52193C6}"/>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Primary use cases</a:t>
            </a:r>
          </a:p>
        </p:txBody>
      </p:sp>
      <p:sp>
        <p:nvSpPr>
          <p:cNvPr id="3" name="PROJECTFORGE AI">
            <a:extLst xmlns:a="http://schemas.openxmlformats.org/drawingml/2006/main">
              <a:ext uri="{FF2B5EF4-FFF2-40B4-BE49-F238E27FC236}">
                <a16:creationId xmlns:a16="http://schemas.microsoft.com/office/drawing/2014/main" id="{6DB2470F-04C2-4AAA-8C13-E80B645B84E8}"/>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7">
            <a:extLst xmlns:a="http://schemas.openxmlformats.org/drawingml/2006/main">
              <a:ext uri="{FF2B5EF4-FFF2-40B4-BE49-F238E27FC236}">
                <a16:creationId xmlns:a16="http://schemas.microsoft.com/office/drawing/2014/main" id="{626AB2EC-7783-4DE5-A057-A4A4AFA8FE2E}"/>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03E07C86-EC2B-4718-80A4-19AEFFE9953D}"/>
              </a:ext>
            </a:extLst>
          </p:cNvPr>
          <p:cNvGraphicFramePr/>
          <p:nvPr/>
        </p:nvGraphicFramePr>
        <p:xfrm>
          <a:off xmlns:a="http://schemas.openxmlformats.org/drawingml/2006/main" x="533400" y="1485900"/>
          <a:ext xmlns:a="http://schemas.openxmlformats.org/drawingml/2006/main" cx="11125200" cy="3952875"/>
        </p:xfrm>
        <a:graphic xmlns:a="http://schemas.openxmlformats.org/drawingml/2006/main">
          <a:graphicData uri="http://schemas.openxmlformats.org/drawingml/2006/table">
            <a:tbl>
              <a:tblPr/>
              <a:tblGrid>
                <a:gridCol w="3143250"/>
                <a:gridCol w="3667125"/>
                <a:gridCol w="4314825"/>
              </a:tblGrid>
              <a:tr h="790575">
                <a:tc>
                  <a:txBody>
                    <a:bodyPr/>
                    <a:lstStyle/>
                    <a:p>
                      <a:r>
                        <a:rPr sz="1800" b="1">
                          <a:solidFill>
                            <a:srgbClr val="FFFFFF"/>
                          </a:solidFill>
                          <a:latin typeface="Arial"/>
                          <a:ea typeface="Arial"/>
                          <a:cs typeface="Arial"/>
                        </a:rPr>
                        <a:t>Use case</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Actor and trigger</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Expected result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790575">
                <a:tc>
                  <a:txBody>
                    <a:bodyPr/>
                    <a:lstStyle/>
                    <a:p>
                      <a:r>
                        <a:rPr sz="1800" b="0">
                          <a:solidFill>
                            <a:srgbClr val="263746"/>
                          </a:solidFill>
                          <a:latin typeface="Arial"/>
                          <a:ea typeface="Arial"/>
                          <a:cs typeface="Arial"/>
                        </a:rPr>
                        <a:t>UC-01 Submit project idea</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User enters a software description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Project ID and saved initial context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90575">
                <a:tc>
                  <a:txBody>
                    <a:bodyPr/>
                    <a:lstStyle/>
                    <a:p>
                      <a:r>
                        <a:rPr sz="1800" b="0">
                          <a:solidFill>
                            <a:srgbClr val="263746"/>
                          </a:solidFill>
                          <a:latin typeface="Arial"/>
                          <a:ea typeface="Arial"/>
                          <a:cs typeface="Arial"/>
                        </a:rPr>
                        <a:t>UC-02 Answer clarifications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User answers a critical unknown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Updated requirements and next pending question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790575">
                <a:tc>
                  <a:txBody>
                    <a:bodyPr/>
                    <a:lstStyle/>
                    <a:p>
                      <a:r>
                        <a:rPr sz="1800" b="0">
                          <a:solidFill>
                            <a:srgbClr val="263746"/>
                          </a:solidFill>
                          <a:latin typeface="Arial"/>
                          <a:ea typeface="Arial"/>
                          <a:cs typeface="Arial"/>
                        </a:rPr>
                        <a:t>UC-03 Monitor workflow</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User views the live office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Persisted events and current execution status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90575">
                <a:tc>
                  <a:txBody>
                    <a:bodyPr/>
                    <a:lstStyle/>
                    <a:p>
                      <a:r>
                        <a:rPr sz="1800" b="0">
                          <a:solidFill>
                            <a:srgbClr val="263746"/>
                          </a:solidFill>
                          <a:latin typeface="Arial"/>
                          <a:ea typeface="Arial"/>
                          <a:cs typeface="Arial"/>
                        </a:rPr>
                        <a:t>UC-04 Open in VS Code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User opens a verified inactive project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Generated workspace opens in the IDE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6" name="Clarification updates the pending list; the current API does not rerun">
            <a:extLst xmlns:a="http://schemas.openxmlformats.org/drawingml/2006/main">
              <a:ext uri="{FF2B5EF4-FFF2-40B4-BE49-F238E27FC236}">
                <a16:creationId xmlns:a16="http://schemas.microsoft.com/office/drawing/2014/main" id="{2263DE73-0259-48C7-89C3-6089A264E437}"/>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Clarification updates the pending list; the current API does not rerun the full requirement engine after each answer.</a:t>
            </a:r>
          </a:p>
        </p:txBody>
      </p:sp>
    </p:spTree>
    <p:extLst>
      <p:ext uri="{BB962C8B-B14F-4D97-AF65-F5344CB8AC3E}">
        <p14:creationId xmlns:p14="http://schemas.microsoft.com/office/powerpoint/2010/main" val="11848754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2.3 CLASS DIAGRAM A">
            <a:extLst xmlns:a="http://schemas.openxmlformats.org/drawingml/2006/main">
              <a:ext uri="{FF2B5EF4-FFF2-40B4-BE49-F238E27FC236}">
                <a16:creationId xmlns:a16="http://schemas.microsoft.com/office/drawing/2014/main" id="{2539A61D-40E8-44B8-870F-65A902096857}"/>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2.3 CLASS DIAGRAM A</a:t>
            </a:r>
          </a:p>
        </p:txBody>
      </p:sp>
      <p:sp>
        <p:nvSpPr>
          <p:cNvPr id="2" name="Project data and specification classes">
            <a:extLst xmlns:a="http://schemas.openxmlformats.org/drawingml/2006/main">
              <a:ext uri="{FF2B5EF4-FFF2-40B4-BE49-F238E27FC236}">
                <a16:creationId xmlns:a16="http://schemas.microsoft.com/office/drawing/2014/main" id="{3C691AAD-B8A2-4CAC-8CB7-5D353D7749CE}"/>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 data and specification classes</a:t>
            </a:r>
          </a:p>
        </p:txBody>
      </p:sp>
      <p:sp>
        <p:nvSpPr>
          <p:cNvPr id="3" name="PROJECTFORGE AI">
            <a:extLst xmlns:a="http://schemas.openxmlformats.org/drawingml/2006/main">
              <a:ext uri="{FF2B5EF4-FFF2-40B4-BE49-F238E27FC236}">
                <a16:creationId xmlns:a16="http://schemas.microsoft.com/office/drawing/2014/main" id="{F98298BF-92F3-4762-AF92-89AA80EC1E59}"/>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8">
            <a:extLst xmlns:a="http://schemas.openxmlformats.org/drawingml/2006/main">
              <a:ext uri="{FF2B5EF4-FFF2-40B4-BE49-F238E27FC236}">
                <a16:creationId xmlns:a16="http://schemas.microsoft.com/office/drawing/2014/main" id="{F177DC93-42ED-4BBA-A206-EF27345C5FD0}"/>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18</a:t>
            </a:r>
          </a:p>
        </p:txBody>
      </p:sp>
      <p:sp>
        <p:nvSpPr>
          <p:cNvPr id="5" name="rect">
            <a:extLst xmlns:a="http://schemas.openxmlformats.org/drawingml/2006/main">
              <a:ext uri="{FF2B5EF4-FFF2-40B4-BE49-F238E27FC236}">
                <a16:creationId xmlns:a16="http://schemas.microsoft.com/office/drawing/2014/main" id="{C7CD3D66-B4EB-4A24-9C6D-718E3F6B201E}"/>
              </a:ext>
            </a:extLst>
          </p:cNvPr>
          <p:cNvSpPr>
            <a:spLocks xmlns:a="http://schemas.openxmlformats.org/drawingml/2006/main" noGrp="1"/>
          </p:cNvSpPr>
          <p:nvPr/>
        </p:nvSpPr>
        <p:spPr>
          <a:xfrm xmlns:a="http://schemas.openxmlformats.org/drawingml/2006/main">
            <a:off x="2007870" y="13811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 name="Diagram connector">
            <a:extLst xmlns:a="http://schemas.openxmlformats.org/drawingml/2006/main">
              <a:ext uri="{FF2B5EF4-FFF2-40B4-BE49-F238E27FC236}">
                <a16:creationId xmlns:a16="http://schemas.microsoft.com/office/drawing/2014/main" id="{CCCD24B3-BC71-47A7-9FB2-09835CA4B6DC}"/>
              </a:ext>
            </a:extLst>
          </p:cNvPr>
          <p:cNvSpPr>
            <a:spLocks xmlns:a="http://schemas.openxmlformats.org/drawingml/2006/main" noGrp="1"/>
          </p:cNvSpPr>
          <p:nvPr/>
        </p:nvSpPr>
        <p:spPr>
          <a:xfrm xmlns:a="http://schemas.openxmlformats.org/drawingml/2006/main">
            <a:off x="200787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7" name="Diagram connector">
            <a:extLst xmlns:a="http://schemas.openxmlformats.org/drawingml/2006/main">
              <a:ext uri="{FF2B5EF4-FFF2-40B4-BE49-F238E27FC236}">
                <a16:creationId xmlns:a16="http://schemas.microsoft.com/office/drawing/2014/main" id="{8DAFB745-71C2-4DE7-8112-A6898F014259}"/>
              </a:ext>
            </a:extLst>
          </p:cNvPr>
          <p:cNvSpPr>
            <a:spLocks xmlns:a="http://schemas.openxmlformats.org/drawingml/2006/main" noGrp="1"/>
          </p:cNvSpPr>
          <p:nvPr/>
        </p:nvSpPr>
        <p:spPr>
          <a:xfrm xmlns:a="http://schemas.openxmlformats.org/drawingml/2006/main">
            <a:off x="2007870" y="183413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8" name="ProjectPersistence">
            <a:extLst xmlns:a="http://schemas.openxmlformats.org/drawingml/2006/main">
              <a:ext uri="{FF2B5EF4-FFF2-40B4-BE49-F238E27FC236}">
                <a16:creationId xmlns:a16="http://schemas.microsoft.com/office/drawing/2014/main" id="{FD0E2411-8845-42F9-B4B7-B69E68024F0B}"/>
              </a:ext>
            </a:extLst>
          </p:cNvPr>
          <p:cNvSpPr>
            <a:spLocks xmlns:a="http://schemas.openxmlformats.org/drawingml/2006/main" noGrp="1"/>
          </p:cNvSpPr>
          <p:nvPr/>
        </p:nvSpPr>
        <p:spPr>
          <a:xfrm xmlns:a="http://schemas.openxmlformats.org/drawingml/2006/main">
            <a:off x="204597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ProjectPersistence</a:t>
            </a:r>
          </a:p>
        </p:txBody>
      </p:sp>
      <p:sp>
        <p:nvSpPr>
          <p:cNvPr id="9" name="+ path: Path">
            <a:extLst xmlns:a="http://schemas.openxmlformats.org/drawingml/2006/main">
              <a:ext uri="{FF2B5EF4-FFF2-40B4-BE49-F238E27FC236}">
                <a16:creationId xmlns:a16="http://schemas.microsoft.com/office/drawing/2014/main" id="{07196ABD-ECA7-42F2-9F50-4E39B5BD1DD6}"/>
              </a:ext>
            </a:extLst>
          </p:cNvPr>
          <p:cNvSpPr>
            <a:spLocks xmlns:a="http://schemas.openxmlformats.org/drawingml/2006/main" noGrp="1"/>
          </p:cNvSpPr>
          <p:nvPr/>
        </p:nvSpPr>
        <p:spPr>
          <a:xfrm xmlns:a="http://schemas.openxmlformats.org/drawingml/2006/main">
            <a:off x="2074545" y="1638872"/>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path: Path</a:t>
            </a:r>
          </a:p>
        </p:txBody>
      </p:sp>
      <p:sp>
        <p:nvSpPr>
          <p:cNvPr id="10" name="+ save(project_id, state, context,&#10;    spec=None)&#10;+ load_all(): list&#10;+">
            <a:extLst xmlns:a="http://schemas.openxmlformats.org/drawingml/2006/main">
              <a:ext uri="{FF2B5EF4-FFF2-40B4-BE49-F238E27FC236}">
                <a16:creationId xmlns:a16="http://schemas.microsoft.com/office/drawing/2014/main" id="{6272D773-873A-4FF8-8B20-6FC4CD1385EB}"/>
              </a:ext>
            </a:extLst>
          </p:cNvPr>
          <p:cNvSpPr>
            <a:spLocks xmlns:a="http://schemas.openxmlformats.org/drawingml/2006/main" noGrp="1"/>
          </p:cNvSpPr>
          <p:nvPr/>
        </p:nvSpPr>
        <p:spPr>
          <a:xfrm xmlns:a="http://schemas.openxmlformats.org/drawingml/2006/main">
            <a:off x="2074545" y="1865376"/>
            <a:ext cx="2209800" cy="999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save(project_id, state, context,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spec=None)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load_all(): list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append_event(project_id, payload)</a:t>
            </a:r>
          </a:p>
        </p:txBody>
      </p:sp>
      <p:sp>
        <p:nvSpPr>
          <p:cNvPr id="11" name="rect">
            <a:extLst xmlns:a="http://schemas.openxmlformats.org/drawingml/2006/main">
              <a:ext uri="{FF2B5EF4-FFF2-40B4-BE49-F238E27FC236}">
                <a16:creationId xmlns:a16="http://schemas.microsoft.com/office/drawing/2014/main" id="{AFAD9CCC-6122-4465-8CA4-0D07C97D3C03}"/>
              </a:ext>
            </a:extLst>
          </p:cNvPr>
          <p:cNvSpPr>
            <a:spLocks xmlns:a="http://schemas.openxmlformats.org/drawingml/2006/main" noGrp="1"/>
          </p:cNvSpPr>
          <p:nvPr/>
        </p:nvSpPr>
        <p:spPr>
          <a:xfrm xmlns:a="http://schemas.openxmlformats.org/drawingml/2006/main">
            <a:off x="4897755" y="1381125"/>
            <a:ext cx="2343150" cy="70294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2" name="Diagram connector">
            <a:extLst xmlns:a="http://schemas.openxmlformats.org/drawingml/2006/main">
              <a:ext uri="{FF2B5EF4-FFF2-40B4-BE49-F238E27FC236}">
                <a16:creationId xmlns:a16="http://schemas.microsoft.com/office/drawing/2014/main" id="{8CDFB990-05E7-420F-A183-ED478EBC900C}"/>
              </a:ext>
            </a:extLst>
          </p:cNvPr>
          <p:cNvSpPr>
            <a:spLocks xmlns:a="http://schemas.openxmlformats.org/drawingml/2006/main" noGrp="1"/>
          </p:cNvSpPr>
          <p:nvPr/>
        </p:nvSpPr>
        <p:spPr>
          <a:xfrm xmlns:a="http://schemas.openxmlformats.org/drawingml/2006/main">
            <a:off x="4897755"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3" name="Diagram connector">
            <a:extLst xmlns:a="http://schemas.openxmlformats.org/drawingml/2006/main">
              <a:ext uri="{FF2B5EF4-FFF2-40B4-BE49-F238E27FC236}">
                <a16:creationId xmlns:a16="http://schemas.microsoft.com/office/drawing/2014/main" id="{F96CCDC5-C0CD-416D-B8F2-41A9031DC77C}"/>
              </a:ext>
            </a:extLst>
          </p:cNvPr>
          <p:cNvSpPr>
            <a:spLocks xmlns:a="http://schemas.openxmlformats.org/drawingml/2006/main" noGrp="1"/>
          </p:cNvSpPr>
          <p:nvPr/>
        </p:nvSpPr>
        <p:spPr>
          <a:xfrm xmlns:a="http://schemas.openxmlformats.org/drawingml/2006/main">
            <a:off x="4897755" y="179508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4" name="BaseModel">
            <a:extLst xmlns:a="http://schemas.openxmlformats.org/drawingml/2006/main">
              <a:ext uri="{FF2B5EF4-FFF2-40B4-BE49-F238E27FC236}">
                <a16:creationId xmlns:a16="http://schemas.microsoft.com/office/drawing/2014/main" id="{FE5C1D1A-2B04-4457-9462-3C96A43D29A2}"/>
              </a:ext>
            </a:extLst>
          </p:cNvPr>
          <p:cNvSpPr>
            <a:spLocks xmlns:a="http://schemas.openxmlformats.org/drawingml/2006/main" noGrp="1"/>
          </p:cNvSpPr>
          <p:nvPr/>
        </p:nvSpPr>
        <p:spPr>
          <a:xfrm xmlns:a="http://schemas.openxmlformats.org/drawingml/2006/main">
            <a:off x="4935855"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BaseModel</a:t>
            </a:r>
          </a:p>
        </p:txBody>
      </p:sp>
      <p:sp>
        <p:nvSpPr>
          <p:cNvPr id="15" name="">
            <a:extLst xmlns:a="http://schemas.openxmlformats.org/drawingml/2006/main">
              <a:ext uri="{FF2B5EF4-FFF2-40B4-BE49-F238E27FC236}">
                <a16:creationId xmlns:a16="http://schemas.microsoft.com/office/drawing/2014/main" id="{8552E709-A60B-41F5-BB97-B51D330F0B65}"/>
              </a:ext>
            </a:extLst>
          </p:cNvPr>
          <p:cNvSpPr>
            <a:spLocks xmlns:a="http://schemas.openxmlformats.org/drawingml/2006/main" noGrp="1"/>
          </p:cNvSpPr>
          <p:nvPr/>
        </p:nvSpPr>
        <p:spPr>
          <a:xfrm xmlns:a="http://schemas.openxmlformats.org/drawingml/2006/main">
            <a:off x="4964430" y="1638872"/>
            <a:ext cx="2209800" cy="1493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16" name="Pydantic framework superclass">
            <a:extLst xmlns:a="http://schemas.openxmlformats.org/drawingml/2006/main">
              <a:ext uri="{FF2B5EF4-FFF2-40B4-BE49-F238E27FC236}">
                <a16:creationId xmlns:a16="http://schemas.microsoft.com/office/drawing/2014/main" id="{49090C8B-D4DA-49C7-912F-54756765AB68}"/>
              </a:ext>
            </a:extLst>
          </p:cNvPr>
          <p:cNvSpPr>
            <a:spLocks xmlns:a="http://schemas.openxmlformats.org/drawingml/2006/main" noGrp="1"/>
          </p:cNvSpPr>
          <p:nvPr/>
        </p:nvSpPr>
        <p:spPr>
          <a:xfrm xmlns:a="http://schemas.openxmlformats.org/drawingml/2006/main">
            <a:off x="4964430" y="1826324"/>
            <a:ext cx="2209800"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Pydantic framework superclass</a:t>
            </a:r>
          </a:p>
        </p:txBody>
      </p:sp>
      <p:sp>
        <p:nvSpPr>
          <p:cNvPr id="17" name="rect">
            <a:extLst xmlns:a="http://schemas.openxmlformats.org/drawingml/2006/main">
              <a:ext uri="{FF2B5EF4-FFF2-40B4-BE49-F238E27FC236}">
                <a16:creationId xmlns:a16="http://schemas.microsoft.com/office/drawing/2014/main" id="{337B2B0E-3AA9-45C1-8EF1-C593B0EB9052}"/>
              </a:ext>
            </a:extLst>
          </p:cNvPr>
          <p:cNvSpPr>
            <a:spLocks xmlns:a="http://schemas.openxmlformats.org/drawingml/2006/main" noGrp="1"/>
          </p:cNvSpPr>
          <p:nvPr/>
        </p:nvSpPr>
        <p:spPr>
          <a:xfrm xmlns:a="http://schemas.openxmlformats.org/drawingml/2006/main">
            <a:off x="7787640" y="13811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 name="Diagram connector">
            <a:extLst xmlns:a="http://schemas.openxmlformats.org/drawingml/2006/main">
              <a:ext uri="{FF2B5EF4-FFF2-40B4-BE49-F238E27FC236}">
                <a16:creationId xmlns:a16="http://schemas.microsoft.com/office/drawing/2014/main" id="{6CFA034D-8954-4369-98AA-74888418B364}"/>
              </a:ext>
            </a:extLst>
          </p:cNvPr>
          <p:cNvSpPr>
            <a:spLocks xmlns:a="http://schemas.openxmlformats.org/drawingml/2006/main" noGrp="1"/>
          </p:cNvSpPr>
          <p:nvPr/>
        </p:nvSpPr>
        <p:spPr>
          <a:xfrm xmlns:a="http://schemas.openxmlformats.org/drawingml/2006/main">
            <a:off x="778764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9" name="Diagram connector">
            <a:extLst xmlns:a="http://schemas.openxmlformats.org/drawingml/2006/main">
              <a:ext uri="{FF2B5EF4-FFF2-40B4-BE49-F238E27FC236}">
                <a16:creationId xmlns:a16="http://schemas.microsoft.com/office/drawing/2014/main" id="{0FF82803-0730-49A6-B6B7-F9E754D78E7A}"/>
              </a:ext>
            </a:extLst>
          </p:cNvPr>
          <p:cNvSpPr>
            <a:spLocks xmlns:a="http://schemas.openxmlformats.org/drawingml/2006/main" noGrp="1"/>
          </p:cNvSpPr>
          <p:nvPr/>
        </p:nvSpPr>
        <p:spPr>
          <a:xfrm xmlns:a="http://schemas.openxmlformats.org/drawingml/2006/main">
            <a:off x="7787640" y="179508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0" name="BuildSpecCompiler">
            <a:extLst xmlns:a="http://schemas.openxmlformats.org/drawingml/2006/main">
              <a:ext uri="{FF2B5EF4-FFF2-40B4-BE49-F238E27FC236}">
                <a16:creationId xmlns:a16="http://schemas.microsoft.com/office/drawing/2014/main" id="{00C82681-04BC-4436-8312-69CB043B299F}"/>
              </a:ext>
            </a:extLst>
          </p:cNvPr>
          <p:cNvSpPr>
            <a:spLocks xmlns:a="http://schemas.openxmlformats.org/drawingml/2006/main" noGrp="1"/>
          </p:cNvSpPr>
          <p:nvPr/>
        </p:nvSpPr>
        <p:spPr>
          <a:xfrm xmlns:a="http://schemas.openxmlformats.org/drawingml/2006/main">
            <a:off x="782574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BuildSpecCompiler</a:t>
            </a:r>
          </a:p>
        </p:txBody>
      </p:sp>
      <p:sp>
        <p:nvSpPr>
          <p:cNvPr id="21" name="">
            <a:extLst xmlns:a="http://schemas.openxmlformats.org/drawingml/2006/main">
              <a:ext uri="{FF2B5EF4-FFF2-40B4-BE49-F238E27FC236}">
                <a16:creationId xmlns:a16="http://schemas.microsoft.com/office/drawing/2014/main" id="{955302FB-B857-4ABE-B172-54A6D7978BEE}"/>
              </a:ext>
            </a:extLst>
          </p:cNvPr>
          <p:cNvSpPr>
            <a:spLocks xmlns:a="http://schemas.openxmlformats.org/drawingml/2006/main" noGrp="1"/>
          </p:cNvSpPr>
          <p:nvPr/>
        </p:nvSpPr>
        <p:spPr>
          <a:xfrm xmlns:a="http://schemas.openxmlformats.org/drawingml/2006/main">
            <a:off x="7854315" y="1638872"/>
            <a:ext cx="2209800" cy="1493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22" name="+ compile_model(context, state,&#10;    llm_client): BuildSpec&#10;+ compile(c">
            <a:extLst xmlns:a="http://schemas.openxmlformats.org/drawingml/2006/main">
              <a:ext uri="{FF2B5EF4-FFF2-40B4-BE49-F238E27FC236}">
                <a16:creationId xmlns:a16="http://schemas.microsoft.com/office/drawing/2014/main" id="{F9E0C3E7-0DC9-41B5-B00E-BD3C5F4ED210}"/>
              </a:ext>
            </a:extLst>
          </p:cNvPr>
          <p:cNvSpPr>
            <a:spLocks xmlns:a="http://schemas.openxmlformats.org/drawingml/2006/main" noGrp="1"/>
          </p:cNvSpPr>
          <p:nvPr/>
        </p:nvSpPr>
        <p:spPr>
          <a:xfrm xmlns:a="http://schemas.openxmlformats.org/drawingml/2006/main">
            <a:off x="7854315" y="1826324"/>
            <a:ext cx="2209800" cy="103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compile_model(context, state,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llm_client): BuildSpec</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compile(context=None, state=None,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override_project_type=None)</a:t>
            </a:r>
          </a:p>
        </p:txBody>
      </p:sp>
      <p:sp>
        <p:nvSpPr>
          <p:cNvPr id="23" name="rect">
            <a:extLst xmlns:a="http://schemas.openxmlformats.org/drawingml/2006/main">
              <a:ext uri="{FF2B5EF4-FFF2-40B4-BE49-F238E27FC236}">
                <a16:creationId xmlns:a16="http://schemas.microsoft.com/office/drawing/2014/main" id="{A7D9A814-106A-4FD8-BEFA-92EF3E4D651D}"/>
              </a:ext>
            </a:extLst>
          </p:cNvPr>
          <p:cNvSpPr>
            <a:spLocks xmlns:a="http://schemas.openxmlformats.org/drawingml/2006/main" noGrp="1"/>
          </p:cNvSpPr>
          <p:nvPr/>
        </p:nvSpPr>
        <p:spPr>
          <a:xfrm xmlns:a="http://schemas.openxmlformats.org/drawingml/2006/main">
            <a:off x="2007870" y="3333750"/>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24" name="Diagram connector">
            <a:extLst xmlns:a="http://schemas.openxmlformats.org/drawingml/2006/main">
              <a:ext uri="{FF2B5EF4-FFF2-40B4-BE49-F238E27FC236}">
                <a16:creationId xmlns:a16="http://schemas.microsoft.com/office/drawing/2014/main" id="{AFE395A4-FB55-4FF9-B9EA-0A1A3FB355DE}"/>
              </a:ext>
            </a:extLst>
          </p:cNvPr>
          <p:cNvSpPr>
            <a:spLocks xmlns:a="http://schemas.openxmlformats.org/drawingml/2006/main" noGrp="1"/>
          </p:cNvSpPr>
          <p:nvPr/>
        </p:nvSpPr>
        <p:spPr>
          <a:xfrm xmlns:a="http://schemas.openxmlformats.org/drawingml/2006/main">
            <a:off x="200787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5" name="Diagram connector">
            <a:extLst xmlns:a="http://schemas.openxmlformats.org/drawingml/2006/main">
              <a:ext uri="{FF2B5EF4-FFF2-40B4-BE49-F238E27FC236}">
                <a16:creationId xmlns:a16="http://schemas.microsoft.com/office/drawing/2014/main" id="{92971157-0CFE-4ABF-9566-65CB3179A537}"/>
              </a:ext>
            </a:extLst>
          </p:cNvPr>
          <p:cNvSpPr>
            <a:spLocks xmlns:a="http://schemas.openxmlformats.org/drawingml/2006/main" noGrp="1"/>
          </p:cNvSpPr>
          <p:nvPr/>
        </p:nvSpPr>
        <p:spPr>
          <a:xfrm xmlns:a="http://schemas.openxmlformats.org/drawingml/2006/main">
            <a:off x="2007870" y="4231958"/>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6" name="ProjectState">
            <a:extLst xmlns:a="http://schemas.openxmlformats.org/drawingml/2006/main">
              <a:ext uri="{FF2B5EF4-FFF2-40B4-BE49-F238E27FC236}">
                <a16:creationId xmlns:a16="http://schemas.microsoft.com/office/drawing/2014/main" id="{FE8319B7-24E4-4761-A5A4-FE58FECBB27B}"/>
              </a:ext>
            </a:extLst>
          </p:cNvPr>
          <p:cNvSpPr>
            <a:spLocks xmlns:a="http://schemas.openxmlformats.org/drawingml/2006/main" noGrp="1"/>
          </p:cNvSpPr>
          <p:nvPr/>
        </p:nvSpPr>
        <p:spPr>
          <a:xfrm xmlns:a="http://schemas.openxmlformats.org/drawingml/2006/main">
            <a:off x="204597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ProjectState</a:t>
            </a:r>
          </a:p>
        </p:txBody>
      </p:sp>
      <p:sp>
        <p:nvSpPr>
          <p:cNvPr id="27" name="+ project_id: str&#10;+ revision: int&#10;+ status: ProjectStatus&#10;+ raw_idea: ">
            <a:extLst xmlns:a="http://schemas.openxmlformats.org/drawingml/2006/main">
              <a:ext uri="{FF2B5EF4-FFF2-40B4-BE49-F238E27FC236}">
                <a16:creationId xmlns:a16="http://schemas.microsoft.com/office/drawing/2014/main" id="{D61A32D7-5AE8-4E8C-A834-6EE9FAFCB3CC}"/>
              </a:ext>
            </a:extLst>
          </p:cNvPr>
          <p:cNvSpPr>
            <a:spLocks xmlns:a="http://schemas.openxmlformats.org/drawingml/2006/main" noGrp="1"/>
          </p:cNvSpPr>
          <p:nvPr/>
        </p:nvSpPr>
        <p:spPr>
          <a:xfrm xmlns:a="http://schemas.openxmlformats.org/drawingml/2006/main">
            <a:off x="2074545" y="3591497"/>
            <a:ext cx="2209800" cy="633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project_id: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revision: int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status: ProjectStatus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raw_idea: str</a:t>
            </a:r>
          </a:p>
        </p:txBody>
      </p:sp>
      <p:sp>
        <p:nvSpPr>
          <p:cNvPr id="28" name="">
            <a:extLst xmlns:a="http://schemas.openxmlformats.org/drawingml/2006/main">
              <a:ext uri="{FF2B5EF4-FFF2-40B4-BE49-F238E27FC236}">
                <a16:creationId xmlns:a16="http://schemas.microsoft.com/office/drawing/2014/main" id="{A701CFBF-451A-4B35-8EC6-A2587815A52E}"/>
              </a:ext>
            </a:extLst>
          </p:cNvPr>
          <p:cNvSpPr>
            <a:spLocks xmlns:a="http://schemas.openxmlformats.org/drawingml/2006/main" noGrp="1"/>
          </p:cNvSpPr>
          <p:nvPr/>
        </p:nvSpPr>
        <p:spPr>
          <a:xfrm xmlns:a="http://schemas.openxmlformats.org/drawingml/2006/main">
            <a:off x="2074545" y="4263200"/>
            <a:ext cx="2209800"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29" name="rect">
            <a:extLst xmlns:a="http://schemas.openxmlformats.org/drawingml/2006/main">
              <a:ext uri="{FF2B5EF4-FFF2-40B4-BE49-F238E27FC236}">
                <a16:creationId xmlns:a16="http://schemas.microsoft.com/office/drawing/2014/main" id="{39512F31-34AC-41B2-A45F-166E3DAD12EE}"/>
              </a:ext>
            </a:extLst>
          </p:cNvPr>
          <p:cNvSpPr>
            <a:spLocks xmlns:a="http://schemas.openxmlformats.org/drawingml/2006/main" noGrp="1"/>
          </p:cNvSpPr>
          <p:nvPr/>
        </p:nvSpPr>
        <p:spPr>
          <a:xfrm xmlns:a="http://schemas.openxmlformats.org/drawingml/2006/main">
            <a:off x="4897755" y="3333750"/>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0" name="Diagram connector">
            <a:extLst xmlns:a="http://schemas.openxmlformats.org/drawingml/2006/main">
              <a:ext uri="{FF2B5EF4-FFF2-40B4-BE49-F238E27FC236}">
                <a16:creationId xmlns:a16="http://schemas.microsoft.com/office/drawing/2014/main" id="{28196863-3B06-48D1-8C95-19E180653330}"/>
              </a:ext>
            </a:extLst>
          </p:cNvPr>
          <p:cNvSpPr>
            <a:spLocks xmlns:a="http://schemas.openxmlformats.org/drawingml/2006/main" noGrp="1"/>
          </p:cNvSpPr>
          <p:nvPr/>
        </p:nvSpPr>
        <p:spPr>
          <a:xfrm xmlns:a="http://schemas.openxmlformats.org/drawingml/2006/main">
            <a:off x="4897755"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1" name="Diagram connector">
            <a:extLst xmlns:a="http://schemas.openxmlformats.org/drawingml/2006/main">
              <a:ext uri="{FF2B5EF4-FFF2-40B4-BE49-F238E27FC236}">
                <a16:creationId xmlns:a16="http://schemas.microsoft.com/office/drawing/2014/main" id="{C327A0C1-BFA2-4C55-9577-944A7CD83272}"/>
              </a:ext>
            </a:extLst>
          </p:cNvPr>
          <p:cNvSpPr>
            <a:spLocks xmlns:a="http://schemas.openxmlformats.org/drawingml/2006/main" noGrp="1"/>
          </p:cNvSpPr>
          <p:nvPr/>
        </p:nvSpPr>
        <p:spPr>
          <a:xfrm xmlns:a="http://schemas.openxmlformats.org/drawingml/2006/main">
            <a:off x="4897755" y="438035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2" name="ProjectContext">
            <a:extLst xmlns:a="http://schemas.openxmlformats.org/drawingml/2006/main">
              <a:ext uri="{FF2B5EF4-FFF2-40B4-BE49-F238E27FC236}">
                <a16:creationId xmlns:a16="http://schemas.microsoft.com/office/drawing/2014/main" id="{4027979D-F84B-4DBD-A14A-0242FB9F7CA2}"/>
              </a:ext>
            </a:extLst>
          </p:cNvPr>
          <p:cNvSpPr>
            <a:spLocks xmlns:a="http://schemas.openxmlformats.org/drawingml/2006/main" noGrp="1"/>
          </p:cNvSpPr>
          <p:nvPr/>
        </p:nvSpPr>
        <p:spPr>
          <a:xfrm xmlns:a="http://schemas.openxmlformats.org/drawingml/2006/main">
            <a:off x="4935855"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ProjectContext</a:t>
            </a:r>
          </a:p>
        </p:txBody>
      </p:sp>
      <p:sp>
        <p:nvSpPr>
          <p:cNvPr id="33" name="+ project_id: str&#10;+ version: int&#10;+ execution_state: str&#10;+ build_spec: ">
            <a:extLst xmlns:a="http://schemas.openxmlformats.org/drawingml/2006/main">
              <a:ext uri="{FF2B5EF4-FFF2-40B4-BE49-F238E27FC236}">
                <a16:creationId xmlns:a16="http://schemas.microsoft.com/office/drawing/2014/main" id="{6A66FB02-893E-474F-BC37-72FCC94A6233}"/>
              </a:ext>
            </a:extLst>
          </p:cNvPr>
          <p:cNvSpPr>
            <a:spLocks xmlns:a="http://schemas.openxmlformats.org/drawingml/2006/main" noGrp="1"/>
          </p:cNvSpPr>
          <p:nvPr/>
        </p:nvSpPr>
        <p:spPr>
          <a:xfrm xmlns:a="http://schemas.openxmlformats.org/drawingml/2006/main">
            <a:off x="4964430" y="3591497"/>
            <a:ext cx="2209800" cy="7820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project_id: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version: int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execution_state: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build_spec: Optional[dict]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requirements: List</a:t>
            </a:r>
          </a:p>
        </p:txBody>
      </p:sp>
      <p:sp>
        <p:nvSpPr>
          <p:cNvPr id="34" name="+ model_post_init(__context): None">
            <a:extLst xmlns:a="http://schemas.openxmlformats.org/drawingml/2006/main">
              <a:ext uri="{FF2B5EF4-FFF2-40B4-BE49-F238E27FC236}">
                <a16:creationId xmlns:a16="http://schemas.microsoft.com/office/drawing/2014/main" id="{1698412F-F6D0-4697-B9E0-68CFCFD95182}"/>
              </a:ext>
            </a:extLst>
          </p:cNvPr>
          <p:cNvSpPr>
            <a:spLocks xmlns:a="http://schemas.openxmlformats.org/drawingml/2006/main" noGrp="1"/>
          </p:cNvSpPr>
          <p:nvPr/>
        </p:nvSpPr>
        <p:spPr>
          <a:xfrm xmlns:a="http://schemas.openxmlformats.org/drawingml/2006/main">
            <a:off x="4964430" y="4411599"/>
            <a:ext cx="2209800"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model_post_init(__context): None</a:t>
            </a:r>
          </a:p>
        </p:txBody>
      </p:sp>
      <p:sp>
        <p:nvSpPr>
          <p:cNvPr id="35" name="rect">
            <a:extLst xmlns:a="http://schemas.openxmlformats.org/drawingml/2006/main">
              <a:ext uri="{FF2B5EF4-FFF2-40B4-BE49-F238E27FC236}">
                <a16:creationId xmlns:a16="http://schemas.microsoft.com/office/drawing/2014/main" id="{C7335CBC-215F-4F0E-A6D3-242057905956}"/>
              </a:ext>
            </a:extLst>
          </p:cNvPr>
          <p:cNvSpPr>
            <a:spLocks xmlns:a="http://schemas.openxmlformats.org/drawingml/2006/main" noGrp="1"/>
          </p:cNvSpPr>
          <p:nvPr/>
        </p:nvSpPr>
        <p:spPr>
          <a:xfrm xmlns:a="http://schemas.openxmlformats.org/drawingml/2006/main">
            <a:off x="7787640" y="3333750"/>
            <a:ext cx="2343150" cy="144494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6" name="Diagram connector">
            <a:extLst xmlns:a="http://schemas.openxmlformats.org/drawingml/2006/main">
              <a:ext uri="{FF2B5EF4-FFF2-40B4-BE49-F238E27FC236}">
                <a16:creationId xmlns:a16="http://schemas.microsoft.com/office/drawing/2014/main" id="{A12FB395-8E62-458B-AB0A-5B133EBDB97F}"/>
              </a:ext>
            </a:extLst>
          </p:cNvPr>
          <p:cNvSpPr>
            <a:spLocks xmlns:a="http://schemas.openxmlformats.org/drawingml/2006/main" noGrp="1"/>
          </p:cNvSpPr>
          <p:nvPr/>
        </p:nvSpPr>
        <p:spPr>
          <a:xfrm xmlns:a="http://schemas.openxmlformats.org/drawingml/2006/main">
            <a:off x="778764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7" name="Diagram connector">
            <a:extLst xmlns:a="http://schemas.openxmlformats.org/drawingml/2006/main">
              <a:ext uri="{FF2B5EF4-FFF2-40B4-BE49-F238E27FC236}">
                <a16:creationId xmlns:a16="http://schemas.microsoft.com/office/drawing/2014/main" id="{126F8666-B780-41CD-BF31-4BF7AE406632}"/>
              </a:ext>
            </a:extLst>
          </p:cNvPr>
          <p:cNvSpPr>
            <a:spLocks xmlns:a="http://schemas.openxmlformats.org/drawingml/2006/main" noGrp="1"/>
          </p:cNvSpPr>
          <p:nvPr/>
        </p:nvSpPr>
        <p:spPr>
          <a:xfrm xmlns:a="http://schemas.openxmlformats.org/drawingml/2006/main">
            <a:off x="7787640" y="438035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8" name="BuildSpec">
            <a:extLst xmlns:a="http://schemas.openxmlformats.org/drawingml/2006/main">
              <a:ext uri="{FF2B5EF4-FFF2-40B4-BE49-F238E27FC236}">
                <a16:creationId xmlns:a16="http://schemas.microsoft.com/office/drawing/2014/main" id="{0C0C9F41-2C65-484B-8F40-75284C45FEB8}"/>
              </a:ext>
            </a:extLst>
          </p:cNvPr>
          <p:cNvSpPr>
            <a:spLocks xmlns:a="http://schemas.openxmlformats.org/drawingml/2006/main" noGrp="1"/>
          </p:cNvSpPr>
          <p:nvPr/>
        </p:nvSpPr>
        <p:spPr>
          <a:xfrm xmlns:a="http://schemas.openxmlformats.org/drawingml/2006/main">
            <a:off x="782574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BuildSpec</a:t>
            </a:r>
          </a:p>
        </p:txBody>
      </p:sp>
      <p:sp>
        <p:nvSpPr>
          <p:cNvPr id="39" name="+ project_id: str&#10;+ version: int&#10;+ status: BuildSpecStatus&#10;+ files_to_">
            <a:extLst xmlns:a="http://schemas.openxmlformats.org/drawingml/2006/main">
              <a:ext uri="{FF2B5EF4-FFF2-40B4-BE49-F238E27FC236}">
                <a16:creationId xmlns:a16="http://schemas.microsoft.com/office/drawing/2014/main" id="{35ED5CFD-8C84-41F4-A70C-4D3494B4A554}"/>
              </a:ext>
            </a:extLst>
          </p:cNvPr>
          <p:cNvSpPr>
            <a:spLocks xmlns:a="http://schemas.openxmlformats.org/drawingml/2006/main" noGrp="1"/>
          </p:cNvSpPr>
          <p:nvPr/>
        </p:nvSpPr>
        <p:spPr>
          <a:xfrm xmlns:a="http://schemas.openxmlformats.org/drawingml/2006/main">
            <a:off x="7854315" y="3591497"/>
            <a:ext cx="2209800" cy="7820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project_id: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version: int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status: BuildSpecStatus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files_to_create: List[TargetFileDef]</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requirements: List</a:t>
            </a:r>
          </a:p>
        </p:txBody>
      </p:sp>
      <p:sp>
        <p:nvSpPr>
          <p:cNvPr id="40" name="">
            <a:extLst xmlns:a="http://schemas.openxmlformats.org/drawingml/2006/main">
              <a:ext uri="{FF2B5EF4-FFF2-40B4-BE49-F238E27FC236}">
                <a16:creationId xmlns:a16="http://schemas.microsoft.com/office/drawing/2014/main" id="{DA526C8F-4EDE-487D-9458-7D6F2947BC97}"/>
              </a:ext>
            </a:extLst>
          </p:cNvPr>
          <p:cNvSpPr>
            <a:spLocks xmlns:a="http://schemas.openxmlformats.org/drawingml/2006/main" noGrp="1"/>
          </p:cNvSpPr>
          <p:nvPr/>
        </p:nvSpPr>
        <p:spPr>
          <a:xfrm xmlns:a="http://schemas.openxmlformats.org/drawingml/2006/main">
            <a:off x="7854315" y="4411599"/>
            <a:ext cx="2209800" cy="367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1" name="rect">
            <a:extLst xmlns:a="http://schemas.openxmlformats.org/drawingml/2006/main">
              <a:ext uri="{FF2B5EF4-FFF2-40B4-BE49-F238E27FC236}">
                <a16:creationId xmlns:a16="http://schemas.microsoft.com/office/drawing/2014/main" id="{4373D1ED-CD84-4639-B7E9-9C536B9F369F}"/>
              </a:ext>
            </a:extLst>
          </p:cNvPr>
          <p:cNvSpPr>
            <a:spLocks xmlns:a="http://schemas.openxmlformats.org/drawingml/2006/main" noGrp="1"/>
          </p:cNvSpPr>
          <p:nvPr/>
        </p:nvSpPr>
        <p:spPr>
          <a:xfrm xmlns:a="http://schemas.openxmlformats.org/drawingml/2006/main">
            <a:off x="2007870" y="5247323"/>
            <a:ext cx="2343150" cy="898208"/>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2" name="Diagram connector">
            <a:extLst xmlns:a="http://schemas.openxmlformats.org/drawingml/2006/main">
              <a:ext uri="{FF2B5EF4-FFF2-40B4-BE49-F238E27FC236}">
                <a16:creationId xmlns:a16="http://schemas.microsoft.com/office/drawing/2014/main" id="{C1846EB1-1BFC-428A-A5FC-C73A051D540B}"/>
              </a:ext>
            </a:extLst>
          </p:cNvPr>
          <p:cNvSpPr>
            <a:spLocks xmlns:a="http://schemas.openxmlformats.org/drawingml/2006/main" noGrp="1"/>
          </p:cNvSpPr>
          <p:nvPr/>
        </p:nvSpPr>
        <p:spPr>
          <a:xfrm xmlns:a="http://schemas.openxmlformats.org/drawingml/2006/main">
            <a:off x="2007870" y="547382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3" name="Diagram connector">
            <a:extLst xmlns:a="http://schemas.openxmlformats.org/drawingml/2006/main">
              <a:ext uri="{FF2B5EF4-FFF2-40B4-BE49-F238E27FC236}">
                <a16:creationId xmlns:a16="http://schemas.microsoft.com/office/drawing/2014/main" id="{0DA425CD-C9E1-4025-8819-288CA8E0313D}"/>
              </a:ext>
            </a:extLst>
          </p:cNvPr>
          <p:cNvSpPr>
            <a:spLocks xmlns:a="http://schemas.openxmlformats.org/drawingml/2006/main" noGrp="1"/>
          </p:cNvSpPr>
          <p:nvPr/>
        </p:nvSpPr>
        <p:spPr>
          <a:xfrm xmlns:a="http://schemas.openxmlformats.org/drawingml/2006/main">
            <a:off x="2007870" y="5997131"/>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4" name="ExtractedRequirementItem">
            <a:extLst xmlns:a="http://schemas.openxmlformats.org/drawingml/2006/main">
              <a:ext uri="{FF2B5EF4-FFF2-40B4-BE49-F238E27FC236}">
                <a16:creationId xmlns:a16="http://schemas.microsoft.com/office/drawing/2014/main" id="{9420F3B6-4B42-439E-B9EF-C7F0912C6587}"/>
              </a:ext>
            </a:extLst>
          </p:cNvPr>
          <p:cNvSpPr>
            <a:spLocks xmlns:a="http://schemas.openxmlformats.org/drawingml/2006/main" noGrp="1"/>
          </p:cNvSpPr>
          <p:nvPr/>
        </p:nvSpPr>
        <p:spPr>
          <a:xfrm xmlns:a="http://schemas.openxmlformats.org/drawingml/2006/main">
            <a:off x="2045970" y="528542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ExtractedRequirementItem</a:t>
            </a:r>
          </a:p>
        </p:txBody>
      </p:sp>
      <p:sp>
        <p:nvSpPr>
          <p:cNvPr id="45" name="+ id: str&#10;+ description: str&#10;+ source: RequirementSource">
            <a:extLst xmlns:a="http://schemas.openxmlformats.org/drawingml/2006/main">
              <a:ext uri="{FF2B5EF4-FFF2-40B4-BE49-F238E27FC236}">
                <a16:creationId xmlns:a16="http://schemas.microsoft.com/office/drawing/2014/main" id="{A6AAA47B-B017-46FD-81B0-B5C8949BC30D}"/>
              </a:ext>
            </a:extLst>
          </p:cNvPr>
          <p:cNvSpPr>
            <a:spLocks xmlns:a="http://schemas.openxmlformats.org/drawingml/2006/main" noGrp="1"/>
          </p:cNvSpPr>
          <p:nvPr/>
        </p:nvSpPr>
        <p:spPr>
          <a:xfrm xmlns:a="http://schemas.openxmlformats.org/drawingml/2006/main">
            <a:off x="2074545" y="5505069"/>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description: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source: RequirementSource</a:t>
            </a:r>
          </a:p>
        </p:txBody>
      </p:sp>
      <p:sp>
        <p:nvSpPr>
          <p:cNvPr id="46" name="">
            <a:extLst xmlns:a="http://schemas.openxmlformats.org/drawingml/2006/main">
              <a:ext uri="{FF2B5EF4-FFF2-40B4-BE49-F238E27FC236}">
                <a16:creationId xmlns:a16="http://schemas.microsoft.com/office/drawing/2014/main" id="{53194993-A3D0-4EC3-93F1-8D81F6A3F79F}"/>
              </a:ext>
            </a:extLst>
          </p:cNvPr>
          <p:cNvSpPr>
            <a:spLocks xmlns:a="http://schemas.openxmlformats.org/drawingml/2006/main" noGrp="1"/>
          </p:cNvSpPr>
          <p:nvPr/>
        </p:nvSpPr>
        <p:spPr>
          <a:xfrm xmlns:a="http://schemas.openxmlformats.org/drawingml/2006/main">
            <a:off x="2074545" y="6028373"/>
            <a:ext cx="2209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7" name="rect">
            <a:extLst xmlns:a="http://schemas.openxmlformats.org/drawingml/2006/main">
              <a:ext uri="{FF2B5EF4-FFF2-40B4-BE49-F238E27FC236}">
                <a16:creationId xmlns:a16="http://schemas.microsoft.com/office/drawing/2014/main" id="{F041883F-940C-4AF9-9D29-7271816F2524}"/>
              </a:ext>
            </a:extLst>
          </p:cNvPr>
          <p:cNvSpPr>
            <a:spLocks xmlns:a="http://schemas.openxmlformats.org/drawingml/2006/main" noGrp="1"/>
          </p:cNvSpPr>
          <p:nvPr/>
        </p:nvSpPr>
        <p:spPr>
          <a:xfrm xmlns:a="http://schemas.openxmlformats.org/drawingml/2006/main">
            <a:off x="4897755" y="5247323"/>
            <a:ext cx="2343150" cy="898208"/>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8" name="Diagram connector">
            <a:extLst xmlns:a="http://schemas.openxmlformats.org/drawingml/2006/main">
              <a:ext uri="{FF2B5EF4-FFF2-40B4-BE49-F238E27FC236}">
                <a16:creationId xmlns:a16="http://schemas.microsoft.com/office/drawing/2014/main" id="{E7E8E952-C567-4E99-AF44-6970629C8E9E}"/>
              </a:ext>
            </a:extLst>
          </p:cNvPr>
          <p:cNvSpPr>
            <a:spLocks xmlns:a="http://schemas.openxmlformats.org/drawingml/2006/main" noGrp="1"/>
          </p:cNvSpPr>
          <p:nvPr/>
        </p:nvSpPr>
        <p:spPr>
          <a:xfrm xmlns:a="http://schemas.openxmlformats.org/drawingml/2006/main">
            <a:off x="4897755" y="547382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9" name="Diagram connector">
            <a:extLst xmlns:a="http://schemas.openxmlformats.org/drawingml/2006/main">
              <a:ext uri="{FF2B5EF4-FFF2-40B4-BE49-F238E27FC236}">
                <a16:creationId xmlns:a16="http://schemas.microsoft.com/office/drawing/2014/main" id="{698D54F3-4669-4B99-AAD0-1CFF3BAF442E}"/>
              </a:ext>
            </a:extLst>
          </p:cNvPr>
          <p:cNvSpPr>
            <a:spLocks xmlns:a="http://schemas.openxmlformats.org/drawingml/2006/main" noGrp="1"/>
          </p:cNvSpPr>
          <p:nvPr/>
        </p:nvSpPr>
        <p:spPr>
          <a:xfrm xmlns:a="http://schemas.openxmlformats.org/drawingml/2006/main">
            <a:off x="4897755" y="5997131"/>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0" name="BuildRequirementItem">
            <a:extLst xmlns:a="http://schemas.openxmlformats.org/drawingml/2006/main">
              <a:ext uri="{FF2B5EF4-FFF2-40B4-BE49-F238E27FC236}">
                <a16:creationId xmlns:a16="http://schemas.microsoft.com/office/drawing/2014/main" id="{AF4035FC-B68A-4B87-88BC-FCF9BB27FA9F}"/>
              </a:ext>
            </a:extLst>
          </p:cNvPr>
          <p:cNvSpPr>
            <a:spLocks xmlns:a="http://schemas.openxmlformats.org/drawingml/2006/main" noGrp="1"/>
          </p:cNvSpPr>
          <p:nvPr/>
        </p:nvSpPr>
        <p:spPr>
          <a:xfrm xmlns:a="http://schemas.openxmlformats.org/drawingml/2006/main">
            <a:off x="4935855" y="528542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BuildRequirementItem</a:t>
            </a:r>
          </a:p>
        </p:txBody>
      </p:sp>
      <p:sp>
        <p:nvSpPr>
          <p:cNvPr id="51" name="+ id: str&#10;+ description: str&#10;+ source: RequirementSourceType">
            <a:extLst xmlns:a="http://schemas.openxmlformats.org/drawingml/2006/main">
              <a:ext uri="{FF2B5EF4-FFF2-40B4-BE49-F238E27FC236}">
                <a16:creationId xmlns:a16="http://schemas.microsoft.com/office/drawing/2014/main" id="{5998C621-8185-4DD0-BE00-5DA963DDDDF5}"/>
              </a:ext>
            </a:extLst>
          </p:cNvPr>
          <p:cNvSpPr>
            <a:spLocks xmlns:a="http://schemas.openxmlformats.org/drawingml/2006/main" noGrp="1"/>
          </p:cNvSpPr>
          <p:nvPr/>
        </p:nvSpPr>
        <p:spPr>
          <a:xfrm xmlns:a="http://schemas.openxmlformats.org/drawingml/2006/main">
            <a:off x="4964430" y="5505069"/>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description: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source: RequirementSourceType</a:t>
            </a:r>
          </a:p>
        </p:txBody>
      </p:sp>
      <p:sp>
        <p:nvSpPr>
          <p:cNvPr id="52" name="">
            <a:extLst xmlns:a="http://schemas.openxmlformats.org/drawingml/2006/main">
              <a:ext uri="{FF2B5EF4-FFF2-40B4-BE49-F238E27FC236}">
                <a16:creationId xmlns:a16="http://schemas.microsoft.com/office/drawing/2014/main" id="{A9C9833D-C526-466A-879C-96646084FBED}"/>
              </a:ext>
            </a:extLst>
          </p:cNvPr>
          <p:cNvSpPr>
            <a:spLocks xmlns:a="http://schemas.openxmlformats.org/drawingml/2006/main" noGrp="1"/>
          </p:cNvSpPr>
          <p:nvPr/>
        </p:nvSpPr>
        <p:spPr>
          <a:xfrm xmlns:a="http://schemas.openxmlformats.org/drawingml/2006/main">
            <a:off x="4964430" y="6028373"/>
            <a:ext cx="2209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53" name="rect">
            <a:extLst xmlns:a="http://schemas.openxmlformats.org/drawingml/2006/main">
              <a:ext uri="{FF2B5EF4-FFF2-40B4-BE49-F238E27FC236}">
                <a16:creationId xmlns:a16="http://schemas.microsoft.com/office/drawing/2014/main" id="{46227C5A-C8E1-45CE-BE46-BD4E4C0A639D}"/>
              </a:ext>
            </a:extLst>
          </p:cNvPr>
          <p:cNvSpPr>
            <a:spLocks xmlns:a="http://schemas.openxmlformats.org/drawingml/2006/main" noGrp="1"/>
          </p:cNvSpPr>
          <p:nvPr/>
        </p:nvSpPr>
        <p:spPr>
          <a:xfrm xmlns:a="http://schemas.openxmlformats.org/drawingml/2006/main">
            <a:off x="7787640" y="5247323"/>
            <a:ext cx="2343150" cy="898208"/>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54" name="Diagram connector">
            <a:extLst xmlns:a="http://schemas.openxmlformats.org/drawingml/2006/main">
              <a:ext uri="{FF2B5EF4-FFF2-40B4-BE49-F238E27FC236}">
                <a16:creationId xmlns:a16="http://schemas.microsoft.com/office/drawing/2014/main" id="{A5320A78-373A-48B6-AB42-E99F9D2437D6}"/>
              </a:ext>
            </a:extLst>
          </p:cNvPr>
          <p:cNvSpPr>
            <a:spLocks xmlns:a="http://schemas.openxmlformats.org/drawingml/2006/main" noGrp="1"/>
          </p:cNvSpPr>
          <p:nvPr/>
        </p:nvSpPr>
        <p:spPr>
          <a:xfrm xmlns:a="http://schemas.openxmlformats.org/drawingml/2006/main">
            <a:off x="7787640" y="547382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5" name="Diagram connector">
            <a:extLst xmlns:a="http://schemas.openxmlformats.org/drawingml/2006/main">
              <a:ext uri="{FF2B5EF4-FFF2-40B4-BE49-F238E27FC236}">
                <a16:creationId xmlns:a16="http://schemas.microsoft.com/office/drawing/2014/main" id="{5FBFE645-7B90-4EC8-8C80-D21C84ED32FB}"/>
              </a:ext>
            </a:extLst>
          </p:cNvPr>
          <p:cNvSpPr>
            <a:spLocks xmlns:a="http://schemas.openxmlformats.org/drawingml/2006/main" noGrp="1"/>
          </p:cNvSpPr>
          <p:nvPr/>
        </p:nvSpPr>
        <p:spPr>
          <a:xfrm xmlns:a="http://schemas.openxmlformats.org/drawingml/2006/main">
            <a:off x="7787640" y="5848731"/>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6" name="TargetFileDef">
            <a:extLst xmlns:a="http://schemas.openxmlformats.org/drawingml/2006/main">
              <a:ext uri="{FF2B5EF4-FFF2-40B4-BE49-F238E27FC236}">
                <a16:creationId xmlns:a16="http://schemas.microsoft.com/office/drawing/2014/main" id="{82DD75F8-2DEB-47C1-AD5F-6FD9C23D0170}"/>
              </a:ext>
            </a:extLst>
          </p:cNvPr>
          <p:cNvSpPr>
            <a:spLocks xmlns:a="http://schemas.openxmlformats.org/drawingml/2006/main" noGrp="1"/>
          </p:cNvSpPr>
          <p:nvPr/>
        </p:nvSpPr>
        <p:spPr>
          <a:xfrm xmlns:a="http://schemas.openxmlformats.org/drawingml/2006/main">
            <a:off x="7825740" y="528542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TargetFileDef</a:t>
            </a:r>
          </a:p>
        </p:txBody>
      </p:sp>
      <p:sp>
        <p:nvSpPr>
          <p:cNvPr id="57" name="+ file_path: str&#10;+ dependencies: List[str]">
            <a:extLst xmlns:a="http://schemas.openxmlformats.org/drawingml/2006/main">
              <a:ext uri="{FF2B5EF4-FFF2-40B4-BE49-F238E27FC236}">
                <a16:creationId xmlns:a16="http://schemas.microsoft.com/office/drawing/2014/main" id="{38C86B0F-B3F6-42D8-99B3-0AA7D255F329}"/>
              </a:ext>
            </a:extLst>
          </p:cNvPr>
          <p:cNvSpPr>
            <a:spLocks xmlns:a="http://schemas.openxmlformats.org/drawingml/2006/main" noGrp="1"/>
          </p:cNvSpPr>
          <p:nvPr/>
        </p:nvSpPr>
        <p:spPr>
          <a:xfrm xmlns:a="http://schemas.openxmlformats.org/drawingml/2006/main">
            <a:off x="7854315" y="5505069"/>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file_path: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dependencies: List[str]</a:t>
            </a:r>
          </a:p>
        </p:txBody>
      </p:sp>
      <p:sp>
        <p:nvSpPr>
          <p:cNvPr id="58" name="">
            <a:extLst xmlns:a="http://schemas.openxmlformats.org/drawingml/2006/main">
              <a:ext uri="{FF2B5EF4-FFF2-40B4-BE49-F238E27FC236}">
                <a16:creationId xmlns:a16="http://schemas.microsoft.com/office/drawing/2014/main" id="{2038B088-E4B1-44CF-A246-94CB7B1811EA}"/>
              </a:ext>
            </a:extLst>
          </p:cNvPr>
          <p:cNvSpPr>
            <a:spLocks xmlns:a="http://schemas.openxmlformats.org/drawingml/2006/main" noGrp="1"/>
          </p:cNvSpPr>
          <p:nvPr/>
        </p:nvSpPr>
        <p:spPr>
          <a:xfrm xmlns:a="http://schemas.openxmlformats.org/drawingml/2006/main">
            <a:off x="7854315" y="5879973"/>
            <a:ext cx="2209800" cy="2655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59" name="Diagram connector">
            <a:extLst xmlns:a="http://schemas.openxmlformats.org/drawingml/2006/main">
              <a:ext uri="{FF2B5EF4-FFF2-40B4-BE49-F238E27FC236}">
                <a16:creationId xmlns:a16="http://schemas.microsoft.com/office/drawing/2014/main" id="{1BEDCC32-01C4-4A48-A46E-3002B1AF7DD0}"/>
              </a:ext>
            </a:extLst>
          </p:cNvPr>
          <p:cNvSpPr>
            <a:spLocks xmlns:a="http://schemas.openxmlformats.org/drawingml/2006/main" noGrp="1"/>
          </p:cNvSpPr>
          <p:nvPr/>
        </p:nvSpPr>
        <p:spPr>
          <a:xfrm xmlns:a="http://schemas.openxmlformats.org/drawingml/2006/main">
            <a:off x="3882390" y="2084070"/>
            <a:ext cx="1405890" cy="1249680"/>
          </a:xfrm>
          <a:custGeom xmlns:a="http://schemas.openxmlformats.org/drawingml/2006/main">
            <a:pathLst>
              <a:path w="1405890" h="1249680">
                <a:moveTo>
                  <a:pt x="0" y="1249680"/>
                </a:moveTo>
                <a:lnTo>
                  <a:pt x="0" y="976313"/>
                </a:lnTo>
                <a:lnTo>
                  <a:pt x="1405890" y="976313"/>
                </a:lnTo>
                <a:lnTo>
                  <a:pt x="1405890" y="0"/>
                </a:lnTo>
              </a:path>
            </a:pathLst>
          </a:custGeom>
          <a:noFill xmlns:a="http://schemas.openxmlformats.org/drawingml/2006/main"/>
          <a:ln xmlns:a="http://schemas.openxmlformats.org/drawingml/2006/main" w="12383">
            <a:solidFill>
              <a:srgbClr val="132C43"/>
            </a:solidFill>
            <a:prstDash val="solid"/>
          </a:ln>
        </p:spPr>
      </p:sp>
      <p:sp>
        <p:nvSpPr>
          <p:cNvPr id="60" name="Diagram connector">
            <a:extLst xmlns:a="http://schemas.openxmlformats.org/drawingml/2006/main">
              <a:ext uri="{FF2B5EF4-FFF2-40B4-BE49-F238E27FC236}">
                <a16:creationId xmlns:a16="http://schemas.microsoft.com/office/drawing/2014/main" id="{F9319C1C-A6A2-42D9-AC47-0A0CC8CE5E57}"/>
              </a:ext>
            </a:extLst>
          </p:cNvPr>
          <p:cNvSpPr>
            <a:spLocks xmlns:a="http://schemas.openxmlformats.org/drawingml/2006/main" noGrp="1"/>
          </p:cNvSpPr>
          <p:nvPr/>
        </p:nvSpPr>
        <p:spPr>
          <a:xfrm xmlns:a="http://schemas.openxmlformats.org/drawingml/2006/main">
            <a:off x="5250180" y="208407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FFFFFF"/>
          </a:solidFill>
          <a:ln xmlns:a="http://schemas.openxmlformats.org/drawingml/2006/main" w="12383">
            <a:solidFill>
              <a:srgbClr val="132C43"/>
            </a:solidFill>
            <a:prstDash val="solid"/>
          </a:ln>
        </p:spPr>
      </p:sp>
      <p:sp>
        <p:nvSpPr>
          <p:cNvPr id="61" name="Diagram connector">
            <a:extLst xmlns:a="http://schemas.openxmlformats.org/drawingml/2006/main">
              <a:ext uri="{FF2B5EF4-FFF2-40B4-BE49-F238E27FC236}">
                <a16:creationId xmlns:a16="http://schemas.microsoft.com/office/drawing/2014/main" id="{2D8434D8-ABCF-4D5C-8D05-2FFFDBBF0169}"/>
              </a:ext>
            </a:extLst>
          </p:cNvPr>
          <p:cNvSpPr>
            <a:spLocks xmlns:a="http://schemas.openxmlformats.org/drawingml/2006/main" noGrp="1"/>
          </p:cNvSpPr>
          <p:nvPr/>
        </p:nvSpPr>
        <p:spPr>
          <a:xfrm xmlns:a="http://schemas.openxmlformats.org/drawingml/2006/main">
            <a:off x="6069330" y="2084070"/>
            <a:ext cx="9525" cy="1249680"/>
          </a:xfrm>
          <a:custGeom xmlns:a="http://schemas.openxmlformats.org/drawingml/2006/main">
            <a:pathLst>
              <a:path w="9525" h="1249680">
                <a:moveTo>
                  <a:pt x="0" y="1249680"/>
                </a:moveTo>
                <a:lnTo>
                  <a:pt x="0" y="0"/>
                </a:lnTo>
              </a:path>
            </a:pathLst>
          </a:custGeom>
          <a:noFill xmlns:a="http://schemas.openxmlformats.org/drawingml/2006/main"/>
          <a:ln xmlns:a="http://schemas.openxmlformats.org/drawingml/2006/main" w="12383">
            <a:solidFill>
              <a:srgbClr val="132C43"/>
            </a:solidFill>
            <a:prstDash val="solid"/>
          </a:ln>
        </p:spPr>
      </p:sp>
      <p:sp>
        <p:nvSpPr>
          <p:cNvPr id="62" name="Diagram connector">
            <a:extLst xmlns:a="http://schemas.openxmlformats.org/drawingml/2006/main">
              <a:ext uri="{FF2B5EF4-FFF2-40B4-BE49-F238E27FC236}">
                <a16:creationId xmlns:a16="http://schemas.microsoft.com/office/drawing/2014/main" id="{B030BEA6-B8D0-4FCD-9492-6771BC30F2BB}"/>
              </a:ext>
            </a:extLst>
          </p:cNvPr>
          <p:cNvSpPr>
            <a:spLocks xmlns:a="http://schemas.openxmlformats.org/drawingml/2006/main" noGrp="1"/>
          </p:cNvSpPr>
          <p:nvPr/>
        </p:nvSpPr>
        <p:spPr>
          <a:xfrm xmlns:a="http://schemas.openxmlformats.org/drawingml/2006/main">
            <a:off x="6031230" y="208407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FFFFFF"/>
          </a:solidFill>
          <a:ln xmlns:a="http://schemas.openxmlformats.org/drawingml/2006/main" w="12383">
            <a:solidFill>
              <a:srgbClr val="132C43"/>
            </a:solidFill>
            <a:prstDash val="solid"/>
          </a:ln>
        </p:spPr>
      </p:sp>
      <p:sp>
        <p:nvSpPr>
          <p:cNvPr id="63" name="Diagram connector">
            <a:extLst xmlns:a="http://schemas.openxmlformats.org/drawingml/2006/main">
              <a:ext uri="{FF2B5EF4-FFF2-40B4-BE49-F238E27FC236}">
                <a16:creationId xmlns:a16="http://schemas.microsoft.com/office/drawing/2014/main" id="{2C004A68-5B29-472F-BDE8-3D36958A6F7E}"/>
              </a:ext>
            </a:extLst>
          </p:cNvPr>
          <p:cNvSpPr>
            <a:spLocks xmlns:a="http://schemas.openxmlformats.org/drawingml/2006/main" noGrp="1"/>
          </p:cNvSpPr>
          <p:nvPr/>
        </p:nvSpPr>
        <p:spPr>
          <a:xfrm xmlns:a="http://schemas.openxmlformats.org/drawingml/2006/main">
            <a:off x="6850380" y="2084070"/>
            <a:ext cx="1483995" cy="1249680"/>
          </a:xfrm>
          <a:custGeom xmlns:a="http://schemas.openxmlformats.org/drawingml/2006/main">
            <a:pathLst>
              <a:path w="1483995" h="1249680">
                <a:moveTo>
                  <a:pt x="1483995" y="1249680"/>
                </a:moveTo>
                <a:lnTo>
                  <a:pt x="1483995" y="976313"/>
                </a:lnTo>
                <a:lnTo>
                  <a:pt x="0" y="976313"/>
                </a:lnTo>
                <a:lnTo>
                  <a:pt x="0" y="0"/>
                </a:lnTo>
              </a:path>
            </a:pathLst>
          </a:custGeom>
          <a:noFill xmlns:a="http://schemas.openxmlformats.org/drawingml/2006/main"/>
          <a:ln xmlns:a="http://schemas.openxmlformats.org/drawingml/2006/main" w="12383">
            <a:solidFill>
              <a:srgbClr val="132C43"/>
            </a:solidFill>
            <a:prstDash val="solid"/>
          </a:ln>
        </p:spPr>
      </p:sp>
      <p:sp>
        <p:nvSpPr>
          <p:cNvPr id="64" name="Diagram connector">
            <a:extLst xmlns:a="http://schemas.openxmlformats.org/drawingml/2006/main">
              <a:ext uri="{FF2B5EF4-FFF2-40B4-BE49-F238E27FC236}">
                <a16:creationId xmlns:a16="http://schemas.microsoft.com/office/drawing/2014/main" id="{CDF98620-B1F5-4F68-8928-F93A7415A456}"/>
              </a:ext>
            </a:extLst>
          </p:cNvPr>
          <p:cNvSpPr>
            <a:spLocks xmlns:a="http://schemas.openxmlformats.org/drawingml/2006/main" noGrp="1"/>
          </p:cNvSpPr>
          <p:nvPr/>
        </p:nvSpPr>
        <p:spPr>
          <a:xfrm xmlns:a="http://schemas.openxmlformats.org/drawingml/2006/main">
            <a:off x="6812280" y="208407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FFFFFF"/>
          </a:solidFill>
          <a:ln xmlns:a="http://schemas.openxmlformats.org/drawingml/2006/main" w="12383">
            <a:solidFill>
              <a:srgbClr val="132C43"/>
            </a:solidFill>
            <a:prstDash val="solid"/>
          </a:ln>
        </p:spPr>
      </p:sp>
      <p:sp>
        <p:nvSpPr>
          <p:cNvPr id="65" name="Diagram connector">
            <a:extLst xmlns:a="http://schemas.openxmlformats.org/drawingml/2006/main">
              <a:ext uri="{FF2B5EF4-FFF2-40B4-BE49-F238E27FC236}">
                <a16:creationId xmlns:a16="http://schemas.microsoft.com/office/drawing/2014/main" id="{7815817A-5574-489E-B56E-0B1F6961726F}"/>
              </a:ext>
            </a:extLst>
          </p:cNvPr>
          <p:cNvSpPr>
            <a:spLocks xmlns:a="http://schemas.openxmlformats.org/drawingml/2006/main" noGrp="1"/>
          </p:cNvSpPr>
          <p:nvPr/>
        </p:nvSpPr>
        <p:spPr>
          <a:xfrm xmlns:a="http://schemas.openxmlformats.org/drawingml/2006/main">
            <a:off x="2554605" y="2865120"/>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dash"/>
          </a:ln>
        </p:spPr>
      </p:sp>
      <p:sp>
        <p:nvSpPr>
          <p:cNvPr id="66" name="Diagram connector">
            <a:extLst xmlns:a="http://schemas.openxmlformats.org/drawingml/2006/main">
              <a:ext uri="{FF2B5EF4-FFF2-40B4-BE49-F238E27FC236}">
                <a16:creationId xmlns:a16="http://schemas.microsoft.com/office/drawing/2014/main" id="{CBB041D2-491D-4F1F-B79F-A71A57A1367F}"/>
              </a:ext>
            </a:extLst>
          </p:cNvPr>
          <p:cNvSpPr>
            <a:spLocks xmlns:a="http://schemas.openxmlformats.org/drawingml/2006/main" noGrp="1"/>
          </p:cNvSpPr>
          <p:nvPr/>
        </p:nvSpPr>
        <p:spPr>
          <a:xfrm xmlns:a="http://schemas.openxmlformats.org/drawingml/2006/main">
            <a:off x="2516505" y="323850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67" name="Diagram connector">
            <a:extLst xmlns:a="http://schemas.openxmlformats.org/drawingml/2006/main">
              <a:ext uri="{FF2B5EF4-FFF2-40B4-BE49-F238E27FC236}">
                <a16:creationId xmlns:a16="http://schemas.microsoft.com/office/drawing/2014/main" id="{B146683E-08FD-4D2E-950A-C65C6C171CD3}"/>
              </a:ext>
            </a:extLst>
          </p:cNvPr>
          <p:cNvSpPr>
            <a:spLocks xmlns:a="http://schemas.openxmlformats.org/drawingml/2006/main" noGrp="1"/>
          </p:cNvSpPr>
          <p:nvPr/>
        </p:nvSpPr>
        <p:spPr>
          <a:xfrm xmlns:a="http://schemas.openxmlformats.org/drawingml/2006/main">
            <a:off x="4351020" y="2396490"/>
            <a:ext cx="546735" cy="1483995"/>
          </a:xfrm>
          <a:custGeom xmlns:a="http://schemas.openxmlformats.org/drawingml/2006/main">
            <a:pathLst>
              <a:path w="546735" h="1483995">
                <a:moveTo>
                  <a:pt x="0" y="0"/>
                </a:moveTo>
                <a:lnTo>
                  <a:pt x="273367" y="0"/>
                </a:lnTo>
                <a:lnTo>
                  <a:pt x="273367" y="1483995"/>
                </a:lnTo>
                <a:lnTo>
                  <a:pt x="546735" y="1483995"/>
                </a:lnTo>
              </a:path>
            </a:pathLst>
          </a:custGeom>
          <a:noFill xmlns:a="http://schemas.openxmlformats.org/drawingml/2006/main"/>
          <a:ln xmlns:a="http://schemas.openxmlformats.org/drawingml/2006/main" w="12383">
            <a:solidFill>
              <a:srgbClr val="132C43"/>
            </a:solidFill>
            <a:prstDash val="dash"/>
          </a:ln>
        </p:spPr>
      </p:sp>
      <p:sp>
        <p:nvSpPr>
          <p:cNvPr id="68" name="Diagram connector">
            <a:extLst xmlns:a="http://schemas.openxmlformats.org/drawingml/2006/main">
              <a:ext uri="{FF2B5EF4-FFF2-40B4-BE49-F238E27FC236}">
                <a16:creationId xmlns:a16="http://schemas.microsoft.com/office/drawing/2014/main" id="{594D0DE9-5F31-4B50-A631-796BAFF323BD}"/>
              </a:ext>
            </a:extLst>
          </p:cNvPr>
          <p:cNvSpPr>
            <a:spLocks xmlns:a="http://schemas.openxmlformats.org/drawingml/2006/main" noGrp="1"/>
          </p:cNvSpPr>
          <p:nvPr/>
        </p:nvSpPr>
        <p:spPr>
          <a:xfrm xmlns:a="http://schemas.openxmlformats.org/drawingml/2006/main">
            <a:off x="4802505" y="3842385"/>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41B151BC-3BB0-40BD-BE27-0C85D70E895D}"/>
              </a:ext>
            </a:extLst>
          </p:cNvPr>
          <p:cNvSpPr>
            <a:spLocks xmlns:a="http://schemas.openxmlformats.org/drawingml/2006/main" noGrp="1"/>
          </p:cNvSpPr>
          <p:nvPr/>
        </p:nvSpPr>
        <p:spPr>
          <a:xfrm xmlns:a="http://schemas.openxmlformats.org/drawingml/2006/main">
            <a:off x="3179445" y="1295210"/>
            <a:ext cx="7068503" cy="2663381"/>
          </a:xfrm>
          <a:custGeom xmlns:a="http://schemas.openxmlformats.org/drawingml/2006/main">
            <a:pathLst>
              <a:path w="7068503" h="2663381">
                <a:moveTo>
                  <a:pt x="0" y="85916"/>
                </a:moveTo>
                <a:lnTo>
                  <a:pt x="0" y="0"/>
                </a:lnTo>
                <a:lnTo>
                  <a:pt x="7068503" y="0"/>
                </a:lnTo>
                <a:lnTo>
                  <a:pt x="7068503" y="2663381"/>
                </a:lnTo>
                <a:lnTo>
                  <a:pt x="6951345" y="2663381"/>
                </a:lnTo>
              </a:path>
            </a:pathLst>
          </a:custGeom>
          <a:noFill xmlns:a="http://schemas.openxmlformats.org/drawingml/2006/main"/>
          <a:ln xmlns:a="http://schemas.openxmlformats.org/drawingml/2006/main" w="12383">
            <a:solidFill>
              <a:srgbClr val="132C43"/>
            </a:solidFill>
            <a:prstDash val="dash"/>
          </a:ln>
        </p:spPr>
      </p:sp>
      <p:sp>
        <p:nvSpPr>
          <p:cNvPr id="70" name="Diagram connector">
            <a:extLst xmlns:a="http://schemas.openxmlformats.org/drawingml/2006/main">
              <a:ext uri="{FF2B5EF4-FFF2-40B4-BE49-F238E27FC236}">
                <a16:creationId xmlns:a16="http://schemas.microsoft.com/office/drawing/2014/main" id="{DF16AC0A-E120-47B6-9BF9-41C968E31936}"/>
              </a:ext>
            </a:extLst>
          </p:cNvPr>
          <p:cNvSpPr>
            <a:spLocks xmlns:a="http://schemas.openxmlformats.org/drawingml/2006/main" noGrp="1"/>
          </p:cNvSpPr>
          <p:nvPr/>
        </p:nvSpPr>
        <p:spPr>
          <a:xfrm xmlns:a="http://schemas.openxmlformats.org/drawingml/2006/main">
            <a:off x="10130790" y="392049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1" name="Diagram connector">
            <a:extLst xmlns:a="http://schemas.openxmlformats.org/drawingml/2006/main">
              <a:ext uri="{FF2B5EF4-FFF2-40B4-BE49-F238E27FC236}">
                <a16:creationId xmlns:a16="http://schemas.microsoft.com/office/drawing/2014/main" id="{37642DB7-0A5E-41DE-BABC-F559373051F4}"/>
              </a:ext>
            </a:extLst>
          </p:cNvPr>
          <p:cNvSpPr>
            <a:spLocks xmlns:a="http://schemas.openxmlformats.org/drawingml/2006/main" noGrp="1"/>
          </p:cNvSpPr>
          <p:nvPr/>
        </p:nvSpPr>
        <p:spPr>
          <a:xfrm xmlns:a="http://schemas.openxmlformats.org/drawingml/2006/main">
            <a:off x="9349740" y="2865120"/>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dash"/>
          </a:ln>
        </p:spPr>
      </p:sp>
      <p:sp>
        <p:nvSpPr>
          <p:cNvPr id="72" name="Diagram connector">
            <a:extLst xmlns:a="http://schemas.openxmlformats.org/drawingml/2006/main">
              <a:ext uri="{FF2B5EF4-FFF2-40B4-BE49-F238E27FC236}">
                <a16:creationId xmlns:a16="http://schemas.microsoft.com/office/drawing/2014/main" id="{18C5E85C-5997-4323-8084-756B1A8C455B}"/>
              </a:ext>
            </a:extLst>
          </p:cNvPr>
          <p:cNvSpPr>
            <a:spLocks xmlns:a="http://schemas.openxmlformats.org/drawingml/2006/main" noGrp="1"/>
          </p:cNvSpPr>
          <p:nvPr/>
        </p:nvSpPr>
        <p:spPr>
          <a:xfrm xmlns:a="http://schemas.openxmlformats.org/drawingml/2006/main">
            <a:off x="9311640" y="323850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73" name="«create»">
            <a:extLst xmlns:a="http://schemas.openxmlformats.org/drawingml/2006/main">
              <a:ext uri="{FF2B5EF4-FFF2-40B4-BE49-F238E27FC236}">
                <a16:creationId xmlns:a16="http://schemas.microsoft.com/office/drawing/2014/main" id="{A7A1DFD4-3E34-4EBE-8779-6AD40B15787E}"/>
              </a:ext>
            </a:extLst>
          </p:cNvPr>
          <p:cNvSpPr>
            <a:spLocks xmlns:a="http://schemas.openxmlformats.org/drawingml/2006/main" noGrp="1"/>
          </p:cNvSpPr>
          <p:nvPr/>
        </p:nvSpPr>
        <p:spPr>
          <a:xfrm xmlns:a="http://schemas.openxmlformats.org/drawingml/2006/main">
            <a:off x="9121140" y="264604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74" name="Diagram connector">
            <a:extLst xmlns:a="http://schemas.openxmlformats.org/drawingml/2006/main">
              <a:ext uri="{FF2B5EF4-FFF2-40B4-BE49-F238E27FC236}">
                <a16:creationId xmlns:a16="http://schemas.microsoft.com/office/drawing/2014/main" id="{F5CA0692-CF69-4DA6-8B85-99D418296FE2}"/>
              </a:ext>
            </a:extLst>
          </p:cNvPr>
          <p:cNvSpPr>
            <a:spLocks xmlns:a="http://schemas.openxmlformats.org/drawingml/2006/main" noGrp="1"/>
          </p:cNvSpPr>
          <p:nvPr/>
        </p:nvSpPr>
        <p:spPr>
          <a:xfrm xmlns:a="http://schemas.openxmlformats.org/drawingml/2006/main">
            <a:off x="4351020" y="4349115"/>
            <a:ext cx="546735" cy="1327785"/>
          </a:xfrm>
          <a:custGeom xmlns:a="http://schemas.openxmlformats.org/drawingml/2006/main">
            <a:pathLst>
              <a:path w="546735" h="1327785">
                <a:moveTo>
                  <a:pt x="546735" y="0"/>
                </a:moveTo>
                <a:lnTo>
                  <a:pt x="195262" y="0"/>
                </a:lnTo>
                <a:lnTo>
                  <a:pt x="195262" y="1327785"/>
                </a:lnTo>
                <a:lnTo>
                  <a:pt x="0" y="1327785"/>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D3A37A09-B87A-44C5-9F6F-A234837C4C59}"/>
              </a:ext>
            </a:extLst>
          </p:cNvPr>
          <p:cNvSpPr>
            <a:spLocks xmlns:a="http://schemas.openxmlformats.org/drawingml/2006/main" noGrp="1"/>
          </p:cNvSpPr>
          <p:nvPr/>
        </p:nvSpPr>
        <p:spPr>
          <a:xfrm xmlns:a="http://schemas.openxmlformats.org/drawingml/2006/main">
            <a:off x="4351020" y="563880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6" name="0..*">
            <a:extLst xmlns:a="http://schemas.openxmlformats.org/drawingml/2006/main">
              <a:ext uri="{FF2B5EF4-FFF2-40B4-BE49-F238E27FC236}">
                <a16:creationId xmlns:a16="http://schemas.microsoft.com/office/drawing/2014/main" id="{512B737E-8068-4DF2-BDC1-5AA50F95970E}"/>
              </a:ext>
            </a:extLst>
          </p:cNvPr>
          <p:cNvSpPr>
            <a:spLocks xmlns:a="http://schemas.openxmlformats.org/drawingml/2006/main" noGrp="1"/>
          </p:cNvSpPr>
          <p:nvPr/>
        </p:nvSpPr>
        <p:spPr>
          <a:xfrm xmlns:a="http://schemas.openxmlformats.org/drawingml/2006/main">
            <a:off x="4084320" y="548640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77" name="Diagram connector">
            <a:extLst xmlns:a="http://schemas.openxmlformats.org/drawingml/2006/main">
              <a:ext uri="{FF2B5EF4-FFF2-40B4-BE49-F238E27FC236}">
                <a16:creationId xmlns:a16="http://schemas.microsoft.com/office/drawing/2014/main" id="{5E4C411F-FF4F-4581-AB2C-8F227F568FF5}"/>
              </a:ext>
            </a:extLst>
          </p:cNvPr>
          <p:cNvSpPr>
            <a:spLocks xmlns:a="http://schemas.openxmlformats.org/drawingml/2006/main" noGrp="1"/>
          </p:cNvSpPr>
          <p:nvPr/>
        </p:nvSpPr>
        <p:spPr>
          <a:xfrm xmlns:a="http://schemas.openxmlformats.org/drawingml/2006/main">
            <a:off x="7240905" y="4427220"/>
            <a:ext cx="546735" cy="1249680"/>
          </a:xfrm>
          <a:custGeom xmlns:a="http://schemas.openxmlformats.org/drawingml/2006/main">
            <a:pathLst>
              <a:path w="546735" h="1249680">
                <a:moveTo>
                  <a:pt x="546735" y="0"/>
                </a:moveTo>
                <a:lnTo>
                  <a:pt x="273368" y="0"/>
                </a:lnTo>
                <a:lnTo>
                  <a:pt x="273368" y="1249680"/>
                </a:lnTo>
                <a:lnTo>
                  <a:pt x="0" y="1249680"/>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7593E0DC-6288-40FD-8A2D-C9491A900B91}"/>
              </a:ext>
            </a:extLst>
          </p:cNvPr>
          <p:cNvSpPr>
            <a:spLocks xmlns:a="http://schemas.openxmlformats.org/drawingml/2006/main" noGrp="1"/>
          </p:cNvSpPr>
          <p:nvPr/>
        </p:nvSpPr>
        <p:spPr>
          <a:xfrm xmlns:a="http://schemas.openxmlformats.org/drawingml/2006/main">
            <a:off x="7240905" y="563880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9" name="0..*">
            <a:extLst xmlns:a="http://schemas.openxmlformats.org/drawingml/2006/main">
              <a:ext uri="{FF2B5EF4-FFF2-40B4-BE49-F238E27FC236}">
                <a16:creationId xmlns:a16="http://schemas.microsoft.com/office/drawing/2014/main" id="{3E447EE5-D524-4250-A83E-49F985047EE6}"/>
              </a:ext>
            </a:extLst>
          </p:cNvPr>
          <p:cNvSpPr>
            <a:spLocks xmlns:a="http://schemas.openxmlformats.org/drawingml/2006/main" noGrp="1"/>
          </p:cNvSpPr>
          <p:nvPr/>
        </p:nvSpPr>
        <p:spPr>
          <a:xfrm xmlns:a="http://schemas.openxmlformats.org/drawingml/2006/main">
            <a:off x="6974205" y="548640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80" name="Diagram connector">
            <a:extLst xmlns:a="http://schemas.openxmlformats.org/drawingml/2006/main">
              <a:ext uri="{FF2B5EF4-FFF2-40B4-BE49-F238E27FC236}">
                <a16:creationId xmlns:a16="http://schemas.microsoft.com/office/drawing/2014/main" id="{2DA81161-AD0F-4A2B-8109-801DF5E1D698}"/>
              </a:ext>
            </a:extLst>
          </p:cNvPr>
          <p:cNvSpPr>
            <a:spLocks xmlns:a="http://schemas.openxmlformats.org/drawingml/2006/main" noGrp="1"/>
          </p:cNvSpPr>
          <p:nvPr/>
        </p:nvSpPr>
        <p:spPr>
          <a:xfrm xmlns:a="http://schemas.openxmlformats.org/drawingml/2006/main">
            <a:off x="8959215" y="4778693"/>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523BAA18-43C1-42EB-B441-8E4CAE092416}"/>
              </a:ext>
            </a:extLst>
          </p:cNvPr>
          <p:cNvSpPr>
            <a:spLocks xmlns:a="http://schemas.openxmlformats.org/drawingml/2006/main" noGrp="1"/>
          </p:cNvSpPr>
          <p:nvPr/>
        </p:nvSpPr>
        <p:spPr>
          <a:xfrm xmlns:a="http://schemas.openxmlformats.org/drawingml/2006/main">
            <a:off x="8921115" y="5152073"/>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82" name="0..*">
            <a:extLst xmlns:a="http://schemas.openxmlformats.org/drawingml/2006/main">
              <a:ext uri="{FF2B5EF4-FFF2-40B4-BE49-F238E27FC236}">
                <a16:creationId xmlns:a16="http://schemas.microsoft.com/office/drawing/2014/main" id="{0D18330F-7A38-46FD-ADE4-EAA2BA9278E4}"/>
              </a:ext>
            </a:extLst>
          </p:cNvPr>
          <p:cNvSpPr>
            <a:spLocks xmlns:a="http://schemas.openxmlformats.org/drawingml/2006/main" noGrp="1"/>
          </p:cNvSpPr>
          <p:nvPr/>
        </p:nvSpPr>
        <p:spPr>
          <a:xfrm xmlns:a="http://schemas.openxmlformats.org/drawingml/2006/main">
            <a:off x="8692515" y="5056823"/>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83" name="Serialized models and navigable references; triangles point to BaseMod">
            <a:extLst xmlns:a="http://schemas.openxmlformats.org/drawingml/2006/main">
              <a:ext uri="{FF2B5EF4-FFF2-40B4-BE49-F238E27FC236}">
                <a16:creationId xmlns:a16="http://schemas.microsoft.com/office/drawing/2014/main" id="{0B6AAF96-49F8-4997-9028-B3E1080A4D23}"/>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Serialized models and navigable references; triangles point to BaseModel.</a:t>
            </a:r>
          </a:p>
        </p:txBody>
      </p:sp>
    </p:spTree>
    <p:extLst>
      <p:ext uri="{BB962C8B-B14F-4D97-AF65-F5344CB8AC3E}">
        <p14:creationId xmlns:p14="http://schemas.microsoft.com/office/powerpoint/2010/main" val="19201605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 name="2.3 CLASS DIAGRAM B">
            <a:extLst xmlns:a="http://schemas.openxmlformats.org/drawingml/2006/main">
              <a:ext uri="{FF2B5EF4-FFF2-40B4-BE49-F238E27FC236}">
                <a16:creationId xmlns:a16="http://schemas.microsoft.com/office/drawing/2014/main" id="{F38B8A29-DC5E-4649-A95F-B209B80FF712}"/>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2.3 CLASS DIAGRAM B</a:t>
            </a:r>
          </a:p>
        </p:txBody>
      </p:sp>
      <p:sp>
        <p:nvSpPr>
          <p:cNvPr id="2" name="Specialists and model-provider selection">
            <a:extLst xmlns:a="http://schemas.openxmlformats.org/drawingml/2006/main">
              <a:ext uri="{FF2B5EF4-FFF2-40B4-BE49-F238E27FC236}">
                <a16:creationId xmlns:a16="http://schemas.microsoft.com/office/drawing/2014/main" id="{96E3DAF1-0417-4383-8ECB-FB97403A559E}"/>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Specialists and model-provider selection</a:t>
            </a:r>
          </a:p>
        </p:txBody>
      </p:sp>
      <p:sp>
        <p:nvSpPr>
          <p:cNvPr id="3" name="PROJECTFORGE AI">
            <a:extLst xmlns:a="http://schemas.openxmlformats.org/drawingml/2006/main">
              <a:ext uri="{FF2B5EF4-FFF2-40B4-BE49-F238E27FC236}">
                <a16:creationId xmlns:a16="http://schemas.microsoft.com/office/drawing/2014/main" id="{2B7DB2BB-8809-4DFB-87B0-61AFA64126A3}"/>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9">
            <a:extLst xmlns:a="http://schemas.openxmlformats.org/drawingml/2006/main">
              <a:ext uri="{FF2B5EF4-FFF2-40B4-BE49-F238E27FC236}">
                <a16:creationId xmlns:a16="http://schemas.microsoft.com/office/drawing/2014/main" id="{1EB5C7CB-557F-46C8-95B8-CCF865164134}"/>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19</a:t>
            </a:r>
          </a:p>
        </p:txBody>
      </p:sp>
      <p:sp>
        <p:nvSpPr>
          <p:cNvPr id="5" name="rect">
            <a:extLst xmlns:a="http://schemas.openxmlformats.org/drawingml/2006/main">
              <a:ext uri="{FF2B5EF4-FFF2-40B4-BE49-F238E27FC236}">
                <a16:creationId xmlns:a16="http://schemas.microsoft.com/office/drawing/2014/main" id="{27BAE4C6-77E1-4555-BA5B-EDA24172FD68}"/>
              </a:ext>
            </a:extLst>
          </p:cNvPr>
          <p:cNvSpPr>
            <a:spLocks xmlns:a="http://schemas.openxmlformats.org/drawingml/2006/main" noGrp="1"/>
          </p:cNvSpPr>
          <p:nvPr/>
        </p:nvSpPr>
        <p:spPr>
          <a:xfrm xmlns:a="http://schemas.openxmlformats.org/drawingml/2006/main">
            <a:off x="2007870" y="1381125"/>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 name="Diagram connector">
            <a:extLst xmlns:a="http://schemas.openxmlformats.org/drawingml/2006/main">
              <a:ext uri="{FF2B5EF4-FFF2-40B4-BE49-F238E27FC236}">
                <a16:creationId xmlns:a16="http://schemas.microsoft.com/office/drawing/2014/main" id="{FB283207-EB6B-4083-ACAB-35D21CAC80FC}"/>
              </a:ext>
            </a:extLst>
          </p:cNvPr>
          <p:cNvSpPr>
            <a:spLocks xmlns:a="http://schemas.openxmlformats.org/drawingml/2006/main" noGrp="1"/>
          </p:cNvSpPr>
          <p:nvPr/>
        </p:nvSpPr>
        <p:spPr>
          <a:xfrm xmlns:a="http://schemas.openxmlformats.org/drawingml/2006/main">
            <a:off x="200787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7" name="Diagram connector">
            <a:extLst xmlns:a="http://schemas.openxmlformats.org/drawingml/2006/main">
              <a:ext uri="{FF2B5EF4-FFF2-40B4-BE49-F238E27FC236}">
                <a16:creationId xmlns:a16="http://schemas.microsoft.com/office/drawing/2014/main" id="{913FD85C-B835-4DD7-B7BB-C85C3F792F0E}"/>
              </a:ext>
            </a:extLst>
          </p:cNvPr>
          <p:cNvSpPr>
            <a:spLocks xmlns:a="http://schemas.openxmlformats.org/drawingml/2006/main" noGrp="1"/>
          </p:cNvSpPr>
          <p:nvPr/>
        </p:nvSpPr>
        <p:spPr>
          <a:xfrm xmlns:a="http://schemas.openxmlformats.org/drawingml/2006/main">
            <a:off x="2007870" y="183413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8" name="ProductAgent">
            <a:extLst xmlns:a="http://schemas.openxmlformats.org/drawingml/2006/main">
              <a:ext uri="{FF2B5EF4-FFF2-40B4-BE49-F238E27FC236}">
                <a16:creationId xmlns:a16="http://schemas.microsoft.com/office/drawing/2014/main" id="{DAB89040-5FC3-4D49-B1F8-62CCB0670437}"/>
              </a:ext>
            </a:extLst>
          </p:cNvPr>
          <p:cNvSpPr>
            <a:spLocks xmlns:a="http://schemas.openxmlformats.org/drawingml/2006/main" noGrp="1"/>
          </p:cNvSpPr>
          <p:nvPr/>
        </p:nvSpPr>
        <p:spPr>
          <a:xfrm xmlns:a="http://schemas.openxmlformats.org/drawingml/2006/main">
            <a:off x="204597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ProductAgent</a:t>
            </a:r>
          </a:p>
        </p:txBody>
      </p:sp>
      <p:sp>
        <p:nvSpPr>
          <p:cNvPr id="9" name="- _harness: AgentExecutionHarness">
            <a:extLst xmlns:a="http://schemas.openxmlformats.org/drawingml/2006/main">
              <a:ext uri="{FF2B5EF4-FFF2-40B4-BE49-F238E27FC236}">
                <a16:creationId xmlns:a16="http://schemas.microsoft.com/office/drawing/2014/main" id="{08C8AAC3-76BE-4FDB-A534-5253C0768719}"/>
              </a:ext>
            </a:extLst>
          </p:cNvPr>
          <p:cNvSpPr>
            <a:spLocks xmlns:a="http://schemas.openxmlformats.org/drawingml/2006/main" noGrp="1"/>
          </p:cNvSpPr>
          <p:nvPr/>
        </p:nvSpPr>
        <p:spPr>
          <a:xfrm xmlns:a="http://schemas.openxmlformats.org/drawingml/2006/main">
            <a:off x="2074545" y="1638872"/>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10" name="+ analyze(project_state): HarnessResult">
            <a:extLst xmlns:a="http://schemas.openxmlformats.org/drawingml/2006/main">
              <a:ext uri="{FF2B5EF4-FFF2-40B4-BE49-F238E27FC236}">
                <a16:creationId xmlns:a16="http://schemas.microsoft.com/office/drawing/2014/main" id="{25BC9238-5081-47B6-89B8-BE4FC19334F2}"/>
              </a:ext>
            </a:extLst>
          </p:cNvPr>
          <p:cNvSpPr>
            <a:spLocks xmlns:a="http://schemas.openxmlformats.org/drawingml/2006/main" noGrp="1"/>
          </p:cNvSpPr>
          <p:nvPr/>
        </p:nvSpPr>
        <p:spPr>
          <a:xfrm xmlns:a="http://schemas.openxmlformats.org/drawingml/2006/main">
            <a:off x="2074545" y="1865376"/>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11" name="rect">
            <a:extLst xmlns:a="http://schemas.openxmlformats.org/drawingml/2006/main">
              <a:ext uri="{FF2B5EF4-FFF2-40B4-BE49-F238E27FC236}">
                <a16:creationId xmlns:a16="http://schemas.microsoft.com/office/drawing/2014/main" id="{6593BC90-84BF-4A95-A218-AA08CE73930A}"/>
              </a:ext>
            </a:extLst>
          </p:cNvPr>
          <p:cNvSpPr>
            <a:spLocks xmlns:a="http://schemas.openxmlformats.org/drawingml/2006/main" noGrp="1"/>
          </p:cNvSpPr>
          <p:nvPr/>
        </p:nvSpPr>
        <p:spPr>
          <a:xfrm xmlns:a="http://schemas.openxmlformats.org/drawingml/2006/main">
            <a:off x="2007870" y="2130933"/>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2" name="Diagram connector">
            <a:extLst xmlns:a="http://schemas.openxmlformats.org/drawingml/2006/main">
              <a:ext uri="{FF2B5EF4-FFF2-40B4-BE49-F238E27FC236}">
                <a16:creationId xmlns:a16="http://schemas.microsoft.com/office/drawing/2014/main" id="{6BF5A656-372C-4DE2-9938-B7437C08BDE7}"/>
              </a:ext>
            </a:extLst>
          </p:cNvPr>
          <p:cNvSpPr>
            <a:spLocks xmlns:a="http://schemas.openxmlformats.org/drawingml/2006/main" noGrp="1"/>
          </p:cNvSpPr>
          <p:nvPr/>
        </p:nvSpPr>
        <p:spPr>
          <a:xfrm xmlns:a="http://schemas.openxmlformats.org/drawingml/2006/main">
            <a:off x="2007870" y="2357438"/>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3" name="Diagram connector">
            <a:extLst xmlns:a="http://schemas.openxmlformats.org/drawingml/2006/main">
              <a:ext uri="{FF2B5EF4-FFF2-40B4-BE49-F238E27FC236}">
                <a16:creationId xmlns:a16="http://schemas.microsoft.com/office/drawing/2014/main" id="{B87F565D-538A-488D-888A-9BB556F6DF58}"/>
              </a:ext>
            </a:extLst>
          </p:cNvPr>
          <p:cNvSpPr>
            <a:spLocks xmlns:a="http://schemas.openxmlformats.org/drawingml/2006/main" noGrp="1"/>
          </p:cNvSpPr>
          <p:nvPr/>
        </p:nvSpPr>
        <p:spPr>
          <a:xfrm xmlns:a="http://schemas.openxmlformats.org/drawingml/2006/main">
            <a:off x="2007870" y="258394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4" name="AIMLAgent">
            <a:extLst xmlns:a="http://schemas.openxmlformats.org/drawingml/2006/main">
              <a:ext uri="{FF2B5EF4-FFF2-40B4-BE49-F238E27FC236}">
                <a16:creationId xmlns:a16="http://schemas.microsoft.com/office/drawing/2014/main" id="{A39C37A7-52CE-4085-A4A9-3890D1C9B775}"/>
              </a:ext>
            </a:extLst>
          </p:cNvPr>
          <p:cNvSpPr>
            <a:spLocks xmlns:a="http://schemas.openxmlformats.org/drawingml/2006/main" noGrp="1"/>
          </p:cNvSpPr>
          <p:nvPr/>
        </p:nvSpPr>
        <p:spPr>
          <a:xfrm xmlns:a="http://schemas.openxmlformats.org/drawingml/2006/main">
            <a:off x="2045970" y="216903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AIMLAgent</a:t>
            </a:r>
          </a:p>
        </p:txBody>
      </p:sp>
      <p:sp>
        <p:nvSpPr>
          <p:cNvPr id="15" name="- _harness: AgentExecutionHarness">
            <a:extLst xmlns:a="http://schemas.openxmlformats.org/drawingml/2006/main">
              <a:ext uri="{FF2B5EF4-FFF2-40B4-BE49-F238E27FC236}">
                <a16:creationId xmlns:a16="http://schemas.microsoft.com/office/drawing/2014/main" id="{DBEEA2B8-0FDA-4B6C-9AC4-CFF587EBB847}"/>
              </a:ext>
            </a:extLst>
          </p:cNvPr>
          <p:cNvSpPr>
            <a:spLocks xmlns:a="http://schemas.openxmlformats.org/drawingml/2006/main" noGrp="1"/>
          </p:cNvSpPr>
          <p:nvPr/>
        </p:nvSpPr>
        <p:spPr>
          <a:xfrm xmlns:a="http://schemas.openxmlformats.org/drawingml/2006/main">
            <a:off x="2074545" y="2388680"/>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16" name="+ analyze(project_state): HarnessResult">
            <a:extLst xmlns:a="http://schemas.openxmlformats.org/drawingml/2006/main">
              <a:ext uri="{FF2B5EF4-FFF2-40B4-BE49-F238E27FC236}">
                <a16:creationId xmlns:a16="http://schemas.microsoft.com/office/drawing/2014/main" id="{CE2785EC-5C91-4AED-A1EB-686D6942DE65}"/>
              </a:ext>
            </a:extLst>
          </p:cNvPr>
          <p:cNvSpPr>
            <a:spLocks xmlns:a="http://schemas.openxmlformats.org/drawingml/2006/main" noGrp="1"/>
          </p:cNvSpPr>
          <p:nvPr/>
        </p:nvSpPr>
        <p:spPr>
          <a:xfrm xmlns:a="http://schemas.openxmlformats.org/drawingml/2006/main">
            <a:off x="2074545" y="2615184"/>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17" name="rect">
            <a:extLst xmlns:a="http://schemas.openxmlformats.org/drawingml/2006/main">
              <a:ext uri="{FF2B5EF4-FFF2-40B4-BE49-F238E27FC236}">
                <a16:creationId xmlns:a16="http://schemas.microsoft.com/office/drawing/2014/main" id="{A4AB1E39-C490-40D9-AFEE-503EA9BD5633}"/>
              </a:ext>
            </a:extLst>
          </p:cNvPr>
          <p:cNvSpPr>
            <a:spLocks xmlns:a="http://schemas.openxmlformats.org/drawingml/2006/main" noGrp="1"/>
          </p:cNvSpPr>
          <p:nvPr/>
        </p:nvSpPr>
        <p:spPr>
          <a:xfrm xmlns:a="http://schemas.openxmlformats.org/drawingml/2006/main">
            <a:off x="2007870" y="2880741"/>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 name="Diagram connector">
            <a:extLst xmlns:a="http://schemas.openxmlformats.org/drawingml/2006/main">
              <a:ext uri="{FF2B5EF4-FFF2-40B4-BE49-F238E27FC236}">
                <a16:creationId xmlns:a16="http://schemas.microsoft.com/office/drawing/2014/main" id="{66D28C2A-7092-44AE-A6D8-588EAC36C21F}"/>
              </a:ext>
            </a:extLst>
          </p:cNvPr>
          <p:cNvSpPr>
            <a:spLocks xmlns:a="http://schemas.openxmlformats.org/drawingml/2006/main" noGrp="1"/>
          </p:cNvSpPr>
          <p:nvPr/>
        </p:nvSpPr>
        <p:spPr>
          <a:xfrm xmlns:a="http://schemas.openxmlformats.org/drawingml/2006/main">
            <a:off x="2007870" y="3107245"/>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9" name="Diagram connector">
            <a:extLst xmlns:a="http://schemas.openxmlformats.org/drawingml/2006/main">
              <a:ext uri="{FF2B5EF4-FFF2-40B4-BE49-F238E27FC236}">
                <a16:creationId xmlns:a16="http://schemas.microsoft.com/office/drawing/2014/main" id="{7DB86687-5800-43D0-B6FB-F2E6CAEC3A8C}"/>
              </a:ext>
            </a:extLst>
          </p:cNvPr>
          <p:cNvSpPr>
            <a:spLocks xmlns:a="http://schemas.openxmlformats.org/drawingml/2006/main" noGrp="1"/>
          </p:cNvSpPr>
          <p:nvPr/>
        </p:nvSpPr>
        <p:spPr>
          <a:xfrm xmlns:a="http://schemas.openxmlformats.org/drawingml/2006/main">
            <a:off x="2007870" y="333375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0" name="EngineeringAgent">
            <a:extLst xmlns:a="http://schemas.openxmlformats.org/drawingml/2006/main">
              <a:ext uri="{FF2B5EF4-FFF2-40B4-BE49-F238E27FC236}">
                <a16:creationId xmlns:a16="http://schemas.microsoft.com/office/drawing/2014/main" id="{B04E9440-656A-46A0-85A3-0D50EBD296A8}"/>
              </a:ext>
            </a:extLst>
          </p:cNvPr>
          <p:cNvSpPr>
            <a:spLocks xmlns:a="http://schemas.openxmlformats.org/drawingml/2006/main" noGrp="1"/>
          </p:cNvSpPr>
          <p:nvPr/>
        </p:nvSpPr>
        <p:spPr>
          <a:xfrm xmlns:a="http://schemas.openxmlformats.org/drawingml/2006/main">
            <a:off x="2045970" y="2918841"/>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EngineeringAgent</a:t>
            </a:r>
          </a:p>
        </p:txBody>
      </p:sp>
      <p:sp>
        <p:nvSpPr>
          <p:cNvPr id="21" name="- _harness: AgentExecutionHarness">
            <a:extLst xmlns:a="http://schemas.openxmlformats.org/drawingml/2006/main">
              <a:ext uri="{FF2B5EF4-FFF2-40B4-BE49-F238E27FC236}">
                <a16:creationId xmlns:a16="http://schemas.microsoft.com/office/drawing/2014/main" id="{20762FAE-996D-41A8-8893-3FE982252A13}"/>
              </a:ext>
            </a:extLst>
          </p:cNvPr>
          <p:cNvSpPr>
            <a:spLocks xmlns:a="http://schemas.openxmlformats.org/drawingml/2006/main" noGrp="1"/>
          </p:cNvSpPr>
          <p:nvPr/>
        </p:nvSpPr>
        <p:spPr>
          <a:xfrm xmlns:a="http://schemas.openxmlformats.org/drawingml/2006/main">
            <a:off x="2074545" y="3138488"/>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22" name="+ analyze(project_state): HarnessResult">
            <a:extLst xmlns:a="http://schemas.openxmlformats.org/drawingml/2006/main">
              <a:ext uri="{FF2B5EF4-FFF2-40B4-BE49-F238E27FC236}">
                <a16:creationId xmlns:a16="http://schemas.microsoft.com/office/drawing/2014/main" id="{FB2993FF-239E-4E31-8BD6-F6F5994CE1C2}"/>
              </a:ext>
            </a:extLst>
          </p:cNvPr>
          <p:cNvSpPr>
            <a:spLocks xmlns:a="http://schemas.openxmlformats.org/drawingml/2006/main" noGrp="1"/>
          </p:cNvSpPr>
          <p:nvPr/>
        </p:nvSpPr>
        <p:spPr>
          <a:xfrm xmlns:a="http://schemas.openxmlformats.org/drawingml/2006/main">
            <a:off x="2074545" y="3364992"/>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23" name="rect">
            <a:extLst xmlns:a="http://schemas.openxmlformats.org/drawingml/2006/main">
              <a:ext uri="{FF2B5EF4-FFF2-40B4-BE49-F238E27FC236}">
                <a16:creationId xmlns:a16="http://schemas.microsoft.com/office/drawing/2014/main" id="{DFB0EE4B-F8A7-4453-AE5C-F4D385CBFB44}"/>
              </a:ext>
            </a:extLst>
          </p:cNvPr>
          <p:cNvSpPr>
            <a:spLocks xmlns:a="http://schemas.openxmlformats.org/drawingml/2006/main" noGrp="1"/>
          </p:cNvSpPr>
          <p:nvPr/>
        </p:nvSpPr>
        <p:spPr>
          <a:xfrm xmlns:a="http://schemas.openxmlformats.org/drawingml/2006/main">
            <a:off x="2007870" y="3630549"/>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24" name="Diagram connector">
            <a:extLst xmlns:a="http://schemas.openxmlformats.org/drawingml/2006/main">
              <a:ext uri="{FF2B5EF4-FFF2-40B4-BE49-F238E27FC236}">
                <a16:creationId xmlns:a16="http://schemas.microsoft.com/office/drawing/2014/main" id="{961D281C-CFF3-4374-9D00-8B5CC0B3D0C0}"/>
              </a:ext>
            </a:extLst>
          </p:cNvPr>
          <p:cNvSpPr>
            <a:spLocks xmlns:a="http://schemas.openxmlformats.org/drawingml/2006/main" noGrp="1"/>
          </p:cNvSpPr>
          <p:nvPr/>
        </p:nvSpPr>
        <p:spPr>
          <a:xfrm xmlns:a="http://schemas.openxmlformats.org/drawingml/2006/main">
            <a:off x="2007870" y="385705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5" name="Diagram connector">
            <a:extLst xmlns:a="http://schemas.openxmlformats.org/drawingml/2006/main">
              <a:ext uri="{FF2B5EF4-FFF2-40B4-BE49-F238E27FC236}">
                <a16:creationId xmlns:a16="http://schemas.microsoft.com/office/drawing/2014/main" id="{C7A57240-160B-4C73-8323-436CDF59121E}"/>
              </a:ext>
            </a:extLst>
          </p:cNvPr>
          <p:cNvSpPr>
            <a:spLocks xmlns:a="http://schemas.openxmlformats.org/drawingml/2006/main" noGrp="1"/>
          </p:cNvSpPr>
          <p:nvPr/>
        </p:nvSpPr>
        <p:spPr>
          <a:xfrm xmlns:a="http://schemas.openxmlformats.org/drawingml/2006/main">
            <a:off x="2007870" y="4083558"/>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6" name="UXAgent">
            <a:extLst xmlns:a="http://schemas.openxmlformats.org/drawingml/2006/main">
              <a:ext uri="{FF2B5EF4-FFF2-40B4-BE49-F238E27FC236}">
                <a16:creationId xmlns:a16="http://schemas.microsoft.com/office/drawing/2014/main" id="{6945D15F-CF95-4033-AB7F-E3C6F6F3250E}"/>
              </a:ext>
            </a:extLst>
          </p:cNvPr>
          <p:cNvSpPr>
            <a:spLocks xmlns:a="http://schemas.openxmlformats.org/drawingml/2006/main" noGrp="1"/>
          </p:cNvSpPr>
          <p:nvPr/>
        </p:nvSpPr>
        <p:spPr>
          <a:xfrm xmlns:a="http://schemas.openxmlformats.org/drawingml/2006/main">
            <a:off x="2045970" y="3668649"/>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UXAgent</a:t>
            </a:r>
          </a:p>
        </p:txBody>
      </p:sp>
      <p:sp>
        <p:nvSpPr>
          <p:cNvPr id="27" name="- _harness: AgentExecutionHarness">
            <a:extLst xmlns:a="http://schemas.openxmlformats.org/drawingml/2006/main">
              <a:ext uri="{FF2B5EF4-FFF2-40B4-BE49-F238E27FC236}">
                <a16:creationId xmlns:a16="http://schemas.microsoft.com/office/drawing/2014/main" id="{599B4DFB-E086-4599-B711-40287A319D8F}"/>
              </a:ext>
            </a:extLst>
          </p:cNvPr>
          <p:cNvSpPr>
            <a:spLocks xmlns:a="http://schemas.openxmlformats.org/drawingml/2006/main" noGrp="1"/>
          </p:cNvSpPr>
          <p:nvPr/>
        </p:nvSpPr>
        <p:spPr>
          <a:xfrm xmlns:a="http://schemas.openxmlformats.org/drawingml/2006/main">
            <a:off x="2074545" y="3888295"/>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28" name="+ analyze(project_state): HarnessResult">
            <a:extLst xmlns:a="http://schemas.openxmlformats.org/drawingml/2006/main">
              <a:ext uri="{FF2B5EF4-FFF2-40B4-BE49-F238E27FC236}">
                <a16:creationId xmlns:a16="http://schemas.microsoft.com/office/drawing/2014/main" id="{EFF5B788-E779-454F-911F-0FF24868324F}"/>
              </a:ext>
            </a:extLst>
          </p:cNvPr>
          <p:cNvSpPr>
            <a:spLocks xmlns:a="http://schemas.openxmlformats.org/drawingml/2006/main" noGrp="1"/>
          </p:cNvSpPr>
          <p:nvPr/>
        </p:nvSpPr>
        <p:spPr>
          <a:xfrm xmlns:a="http://schemas.openxmlformats.org/drawingml/2006/main">
            <a:off x="2074545" y="4114800"/>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29" name="rect">
            <a:extLst xmlns:a="http://schemas.openxmlformats.org/drawingml/2006/main">
              <a:ext uri="{FF2B5EF4-FFF2-40B4-BE49-F238E27FC236}">
                <a16:creationId xmlns:a16="http://schemas.microsoft.com/office/drawing/2014/main" id="{07AFA942-7F34-491C-8099-83640277AA33}"/>
              </a:ext>
            </a:extLst>
          </p:cNvPr>
          <p:cNvSpPr>
            <a:spLocks xmlns:a="http://schemas.openxmlformats.org/drawingml/2006/main" noGrp="1"/>
          </p:cNvSpPr>
          <p:nvPr/>
        </p:nvSpPr>
        <p:spPr>
          <a:xfrm xmlns:a="http://schemas.openxmlformats.org/drawingml/2006/main">
            <a:off x="2007870" y="4380357"/>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0" name="Diagram connector">
            <a:extLst xmlns:a="http://schemas.openxmlformats.org/drawingml/2006/main">
              <a:ext uri="{FF2B5EF4-FFF2-40B4-BE49-F238E27FC236}">
                <a16:creationId xmlns:a16="http://schemas.microsoft.com/office/drawing/2014/main" id="{2DADA67D-3BA0-454C-869D-852DE62C7B71}"/>
              </a:ext>
            </a:extLst>
          </p:cNvPr>
          <p:cNvSpPr>
            <a:spLocks xmlns:a="http://schemas.openxmlformats.org/drawingml/2006/main" noGrp="1"/>
          </p:cNvSpPr>
          <p:nvPr/>
        </p:nvSpPr>
        <p:spPr>
          <a:xfrm xmlns:a="http://schemas.openxmlformats.org/drawingml/2006/main">
            <a:off x="2007870" y="460686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1" name="Diagram connector">
            <a:extLst xmlns:a="http://schemas.openxmlformats.org/drawingml/2006/main">
              <a:ext uri="{FF2B5EF4-FFF2-40B4-BE49-F238E27FC236}">
                <a16:creationId xmlns:a16="http://schemas.microsoft.com/office/drawing/2014/main" id="{1DC780A2-D0E2-4487-B081-E38560FC1682}"/>
              </a:ext>
            </a:extLst>
          </p:cNvPr>
          <p:cNvSpPr>
            <a:spLocks xmlns:a="http://schemas.openxmlformats.org/drawingml/2006/main" noGrp="1"/>
          </p:cNvSpPr>
          <p:nvPr/>
        </p:nvSpPr>
        <p:spPr>
          <a:xfrm xmlns:a="http://schemas.openxmlformats.org/drawingml/2006/main">
            <a:off x="2007870" y="4833366"/>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2" name="SecurityAgent">
            <a:extLst xmlns:a="http://schemas.openxmlformats.org/drawingml/2006/main">
              <a:ext uri="{FF2B5EF4-FFF2-40B4-BE49-F238E27FC236}">
                <a16:creationId xmlns:a16="http://schemas.microsoft.com/office/drawing/2014/main" id="{99BC25E2-6322-47FE-B660-03728FC324EF}"/>
              </a:ext>
            </a:extLst>
          </p:cNvPr>
          <p:cNvSpPr>
            <a:spLocks xmlns:a="http://schemas.openxmlformats.org/drawingml/2006/main" noGrp="1"/>
          </p:cNvSpPr>
          <p:nvPr/>
        </p:nvSpPr>
        <p:spPr>
          <a:xfrm xmlns:a="http://schemas.openxmlformats.org/drawingml/2006/main">
            <a:off x="2045970" y="4418457"/>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SecurityAgent</a:t>
            </a:r>
          </a:p>
        </p:txBody>
      </p:sp>
      <p:sp>
        <p:nvSpPr>
          <p:cNvPr id="33" name="- _harness: AgentExecutionHarness">
            <a:extLst xmlns:a="http://schemas.openxmlformats.org/drawingml/2006/main">
              <a:ext uri="{FF2B5EF4-FFF2-40B4-BE49-F238E27FC236}">
                <a16:creationId xmlns:a16="http://schemas.microsoft.com/office/drawing/2014/main" id="{344BBD08-9E47-4065-8D2B-2E60F642CCC0}"/>
              </a:ext>
            </a:extLst>
          </p:cNvPr>
          <p:cNvSpPr>
            <a:spLocks xmlns:a="http://schemas.openxmlformats.org/drawingml/2006/main" noGrp="1"/>
          </p:cNvSpPr>
          <p:nvPr/>
        </p:nvSpPr>
        <p:spPr>
          <a:xfrm xmlns:a="http://schemas.openxmlformats.org/drawingml/2006/main">
            <a:off x="2074545" y="4638104"/>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34" name="+ analyze(project_state): HarnessResult">
            <a:extLst xmlns:a="http://schemas.openxmlformats.org/drawingml/2006/main">
              <a:ext uri="{FF2B5EF4-FFF2-40B4-BE49-F238E27FC236}">
                <a16:creationId xmlns:a16="http://schemas.microsoft.com/office/drawing/2014/main" id="{6AE8BF11-041E-4A87-9F9F-C3E20169142F}"/>
              </a:ext>
            </a:extLst>
          </p:cNvPr>
          <p:cNvSpPr>
            <a:spLocks xmlns:a="http://schemas.openxmlformats.org/drawingml/2006/main" noGrp="1"/>
          </p:cNvSpPr>
          <p:nvPr/>
        </p:nvSpPr>
        <p:spPr>
          <a:xfrm xmlns:a="http://schemas.openxmlformats.org/drawingml/2006/main">
            <a:off x="2074545" y="4864608"/>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35" name="rect">
            <a:extLst xmlns:a="http://schemas.openxmlformats.org/drawingml/2006/main">
              <a:ext uri="{FF2B5EF4-FFF2-40B4-BE49-F238E27FC236}">
                <a16:creationId xmlns:a16="http://schemas.microsoft.com/office/drawing/2014/main" id="{FFBE4F4F-DDD2-4E7A-A965-08733C1F34D6}"/>
              </a:ext>
            </a:extLst>
          </p:cNvPr>
          <p:cNvSpPr>
            <a:spLocks xmlns:a="http://schemas.openxmlformats.org/drawingml/2006/main" noGrp="1"/>
          </p:cNvSpPr>
          <p:nvPr/>
        </p:nvSpPr>
        <p:spPr>
          <a:xfrm xmlns:a="http://schemas.openxmlformats.org/drawingml/2006/main">
            <a:off x="2007870" y="5130165"/>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6" name="Diagram connector">
            <a:extLst xmlns:a="http://schemas.openxmlformats.org/drawingml/2006/main">
              <a:ext uri="{FF2B5EF4-FFF2-40B4-BE49-F238E27FC236}">
                <a16:creationId xmlns:a16="http://schemas.microsoft.com/office/drawing/2014/main" id="{5C7AFCED-618B-4C00-B204-D84B6A067A42}"/>
              </a:ext>
            </a:extLst>
          </p:cNvPr>
          <p:cNvSpPr>
            <a:spLocks xmlns:a="http://schemas.openxmlformats.org/drawingml/2006/main" noGrp="1"/>
          </p:cNvSpPr>
          <p:nvPr/>
        </p:nvSpPr>
        <p:spPr>
          <a:xfrm xmlns:a="http://schemas.openxmlformats.org/drawingml/2006/main">
            <a:off x="2007870" y="535666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7" name="Diagram connector">
            <a:extLst xmlns:a="http://schemas.openxmlformats.org/drawingml/2006/main">
              <a:ext uri="{FF2B5EF4-FFF2-40B4-BE49-F238E27FC236}">
                <a16:creationId xmlns:a16="http://schemas.microsoft.com/office/drawing/2014/main" id="{E3B6D662-0026-4DBB-883E-657D9DC25DE2}"/>
              </a:ext>
            </a:extLst>
          </p:cNvPr>
          <p:cNvSpPr>
            <a:spLocks xmlns:a="http://schemas.openxmlformats.org/drawingml/2006/main" noGrp="1"/>
          </p:cNvSpPr>
          <p:nvPr/>
        </p:nvSpPr>
        <p:spPr>
          <a:xfrm xmlns:a="http://schemas.openxmlformats.org/drawingml/2006/main">
            <a:off x="2007870" y="558317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8" name="QAAgent">
            <a:extLst xmlns:a="http://schemas.openxmlformats.org/drawingml/2006/main">
              <a:ext uri="{FF2B5EF4-FFF2-40B4-BE49-F238E27FC236}">
                <a16:creationId xmlns:a16="http://schemas.microsoft.com/office/drawing/2014/main" id="{383026C4-959A-4670-963A-71E3E936D3C2}"/>
              </a:ext>
            </a:extLst>
          </p:cNvPr>
          <p:cNvSpPr>
            <a:spLocks xmlns:a="http://schemas.openxmlformats.org/drawingml/2006/main" noGrp="1"/>
          </p:cNvSpPr>
          <p:nvPr/>
        </p:nvSpPr>
        <p:spPr>
          <a:xfrm xmlns:a="http://schemas.openxmlformats.org/drawingml/2006/main">
            <a:off x="2045970" y="516826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QAAgent</a:t>
            </a:r>
          </a:p>
        </p:txBody>
      </p:sp>
      <p:sp>
        <p:nvSpPr>
          <p:cNvPr id="39" name="- _harness: AgentExecutionHarness">
            <a:extLst xmlns:a="http://schemas.openxmlformats.org/drawingml/2006/main">
              <a:ext uri="{FF2B5EF4-FFF2-40B4-BE49-F238E27FC236}">
                <a16:creationId xmlns:a16="http://schemas.microsoft.com/office/drawing/2014/main" id="{F6B0DD79-C531-409E-AC87-0FC484AE54F9}"/>
              </a:ext>
            </a:extLst>
          </p:cNvPr>
          <p:cNvSpPr>
            <a:spLocks xmlns:a="http://schemas.openxmlformats.org/drawingml/2006/main" noGrp="1"/>
          </p:cNvSpPr>
          <p:nvPr/>
        </p:nvSpPr>
        <p:spPr>
          <a:xfrm xmlns:a="http://schemas.openxmlformats.org/drawingml/2006/main">
            <a:off x="2074545" y="5387911"/>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40" name="+ analyze(project_state): HarnessResult">
            <a:extLst xmlns:a="http://schemas.openxmlformats.org/drawingml/2006/main">
              <a:ext uri="{FF2B5EF4-FFF2-40B4-BE49-F238E27FC236}">
                <a16:creationId xmlns:a16="http://schemas.microsoft.com/office/drawing/2014/main" id="{73A9B33C-5381-4459-98E3-816E6672B67C}"/>
              </a:ext>
            </a:extLst>
          </p:cNvPr>
          <p:cNvSpPr>
            <a:spLocks xmlns:a="http://schemas.openxmlformats.org/drawingml/2006/main" noGrp="1"/>
          </p:cNvSpPr>
          <p:nvPr/>
        </p:nvSpPr>
        <p:spPr>
          <a:xfrm xmlns:a="http://schemas.openxmlformats.org/drawingml/2006/main">
            <a:off x="2074545" y="5614416"/>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41" name="rect">
            <a:extLst xmlns:a="http://schemas.openxmlformats.org/drawingml/2006/main">
              <a:ext uri="{FF2B5EF4-FFF2-40B4-BE49-F238E27FC236}">
                <a16:creationId xmlns:a16="http://schemas.microsoft.com/office/drawing/2014/main" id="{5A99804B-12C5-40BA-AE1D-E9A97A4B47EC}"/>
              </a:ext>
            </a:extLst>
          </p:cNvPr>
          <p:cNvSpPr>
            <a:spLocks xmlns:a="http://schemas.openxmlformats.org/drawingml/2006/main" noGrp="1"/>
          </p:cNvSpPr>
          <p:nvPr/>
        </p:nvSpPr>
        <p:spPr>
          <a:xfrm xmlns:a="http://schemas.openxmlformats.org/drawingml/2006/main">
            <a:off x="4897755" y="1381125"/>
            <a:ext cx="2343150" cy="741997"/>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2" name="Diagram connector">
            <a:extLst xmlns:a="http://schemas.openxmlformats.org/drawingml/2006/main">
              <a:ext uri="{FF2B5EF4-FFF2-40B4-BE49-F238E27FC236}">
                <a16:creationId xmlns:a16="http://schemas.microsoft.com/office/drawing/2014/main" id="{43F344DD-069B-4DAB-84D4-0C695DD2828F}"/>
              </a:ext>
            </a:extLst>
          </p:cNvPr>
          <p:cNvSpPr>
            <a:spLocks xmlns:a="http://schemas.openxmlformats.org/drawingml/2006/main" noGrp="1"/>
          </p:cNvSpPr>
          <p:nvPr/>
        </p:nvSpPr>
        <p:spPr>
          <a:xfrm xmlns:a="http://schemas.openxmlformats.org/drawingml/2006/main">
            <a:off x="4897755"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3" name="Diagram connector">
            <a:extLst xmlns:a="http://schemas.openxmlformats.org/drawingml/2006/main">
              <a:ext uri="{FF2B5EF4-FFF2-40B4-BE49-F238E27FC236}">
                <a16:creationId xmlns:a16="http://schemas.microsoft.com/office/drawing/2014/main" id="{4B9613B1-9623-41A4-8BAB-E5C33BF06BD0}"/>
              </a:ext>
            </a:extLst>
          </p:cNvPr>
          <p:cNvSpPr>
            <a:spLocks xmlns:a="http://schemas.openxmlformats.org/drawingml/2006/main" noGrp="1"/>
          </p:cNvSpPr>
          <p:nvPr/>
        </p:nvSpPr>
        <p:spPr>
          <a:xfrm xmlns:a="http://schemas.openxmlformats.org/drawingml/2006/main">
            <a:off x="4897755" y="183413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4" name="Settings">
            <a:extLst xmlns:a="http://schemas.openxmlformats.org/drawingml/2006/main">
              <a:ext uri="{FF2B5EF4-FFF2-40B4-BE49-F238E27FC236}">
                <a16:creationId xmlns:a16="http://schemas.microsoft.com/office/drawing/2014/main" id="{6F840E4A-BD1C-427B-80C5-10652C213A6C}"/>
              </a:ext>
            </a:extLst>
          </p:cNvPr>
          <p:cNvSpPr>
            <a:spLocks xmlns:a="http://schemas.openxmlformats.org/drawingml/2006/main" noGrp="1"/>
          </p:cNvSpPr>
          <p:nvPr/>
        </p:nvSpPr>
        <p:spPr>
          <a:xfrm xmlns:a="http://schemas.openxmlformats.org/drawingml/2006/main">
            <a:off x="4935855"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Settings</a:t>
            </a:r>
          </a:p>
        </p:txBody>
      </p:sp>
      <p:sp>
        <p:nvSpPr>
          <p:cNvPr id="45" name="+ LLM_PROVIDER: str">
            <a:extLst xmlns:a="http://schemas.openxmlformats.org/drawingml/2006/main">
              <a:ext uri="{FF2B5EF4-FFF2-40B4-BE49-F238E27FC236}">
                <a16:creationId xmlns:a16="http://schemas.microsoft.com/office/drawing/2014/main" id="{978DA1CC-C536-4F64-B653-2C4FF362A204}"/>
              </a:ext>
            </a:extLst>
          </p:cNvPr>
          <p:cNvSpPr>
            <a:spLocks xmlns:a="http://schemas.openxmlformats.org/drawingml/2006/main" noGrp="1"/>
          </p:cNvSpPr>
          <p:nvPr/>
        </p:nvSpPr>
        <p:spPr>
          <a:xfrm xmlns:a="http://schemas.openxmlformats.org/drawingml/2006/main">
            <a:off x="4964430" y="1638872"/>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LLM_PROVIDER: str</a:t>
            </a:r>
          </a:p>
        </p:txBody>
      </p:sp>
      <p:sp>
        <p:nvSpPr>
          <p:cNvPr id="46" name="">
            <a:extLst xmlns:a="http://schemas.openxmlformats.org/drawingml/2006/main">
              <a:ext uri="{FF2B5EF4-FFF2-40B4-BE49-F238E27FC236}">
                <a16:creationId xmlns:a16="http://schemas.microsoft.com/office/drawing/2014/main" id="{E8B6FE47-ADDF-4711-AA26-2647906D24E1}"/>
              </a:ext>
            </a:extLst>
          </p:cNvPr>
          <p:cNvSpPr>
            <a:spLocks xmlns:a="http://schemas.openxmlformats.org/drawingml/2006/main" noGrp="1"/>
          </p:cNvSpPr>
          <p:nvPr/>
        </p:nvSpPr>
        <p:spPr>
          <a:xfrm xmlns:a="http://schemas.openxmlformats.org/drawingml/2006/main">
            <a:off x="4964430" y="1865376"/>
            <a:ext cx="2209800"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7" name="rect">
            <a:extLst xmlns:a="http://schemas.openxmlformats.org/drawingml/2006/main">
              <a:ext uri="{FF2B5EF4-FFF2-40B4-BE49-F238E27FC236}">
                <a16:creationId xmlns:a16="http://schemas.microsoft.com/office/drawing/2014/main" id="{5BF62EB4-D5F2-48E8-A3A0-997A2CDA695F}"/>
              </a:ext>
            </a:extLst>
          </p:cNvPr>
          <p:cNvSpPr>
            <a:spLocks xmlns:a="http://schemas.openxmlformats.org/drawingml/2006/main" noGrp="1"/>
          </p:cNvSpPr>
          <p:nvPr/>
        </p:nvSpPr>
        <p:spPr>
          <a:xfrm xmlns:a="http://schemas.openxmlformats.org/drawingml/2006/main">
            <a:off x="4897755" y="29432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8" name="Diagram connector">
            <a:extLst xmlns:a="http://schemas.openxmlformats.org/drawingml/2006/main">
              <a:ext uri="{FF2B5EF4-FFF2-40B4-BE49-F238E27FC236}">
                <a16:creationId xmlns:a16="http://schemas.microsoft.com/office/drawing/2014/main" id="{BFBF013A-3E67-4B3E-97BA-8FB6B6A53B1E}"/>
              </a:ext>
            </a:extLst>
          </p:cNvPr>
          <p:cNvSpPr>
            <a:spLocks xmlns:a="http://schemas.openxmlformats.org/drawingml/2006/main" noGrp="1"/>
          </p:cNvSpPr>
          <p:nvPr/>
        </p:nvSpPr>
        <p:spPr>
          <a:xfrm xmlns:a="http://schemas.openxmlformats.org/drawingml/2006/main">
            <a:off x="4897755" y="316972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9" name="Diagram connector">
            <a:extLst xmlns:a="http://schemas.openxmlformats.org/drawingml/2006/main">
              <a:ext uri="{FF2B5EF4-FFF2-40B4-BE49-F238E27FC236}">
                <a16:creationId xmlns:a16="http://schemas.microsoft.com/office/drawing/2014/main" id="{C90450AE-D106-489E-886D-D8D2D1B92813}"/>
              </a:ext>
            </a:extLst>
          </p:cNvPr>
          <p:cNvSpPr>
            <a:spLocks xmlns:a="http://schemas.openxmlformats.org/drawingml/2006/main" noGrp="1"/>
          </p:cNvSpPr>
          <p:nvPr/>
        </p:nvSpPr>
        <p:spPr>
          <a:xfrm xmlns:a="http://schemas.openxmlformats.org/drawingml/2006/main">
            <a:off x="4897755" y="36930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0" name="AgentExecutionHarness&lt;T&gt;">
            <a:extLst xmlns:a="http://schemas.openxmlformats.org/drawingml/2006/main">
              <a:ext uri="{FF2B5EF4-FFF2-40B4-BE49-F238E27FC236}">
                <a16:creationId xmlns:a16="http://schemas.microsoft.com/office/drawing/2014/main" id="{991088E0-2EF2-4C88-8AF6-81C4033BB425}"/>
              </a:ext>
            </a:extLst>
          </p:cNvPr>
          <p:cNvSpPr>
            <a:spLocks xmlns:a="http://schemas.openxmlformats.org/drawingml/2006/main" noGrp="1"/>
          </p:cNvSpPr>
          <p:nvPr/>
        </p:nvSpPr>
        <p:spPr>
          <a:xfrm xmlns:a="http://schemas.openxmlformats.org/drawingml/2006/main">
            <a:off x="4935855" y="29813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AgentExecutionHarness&lt;T&gt;</a:t>
            </a:r>
          </a:p>
        </p:txBody>
      </p:sp>
      <p:sp>
        <p:nvSpPr>
          <p:cNvPr id="51" name="+ target_schema: Type[T]&#10;+ llm_client: Callable&#10;+ lint_rules: List[Lin">
            <a:extLst xmlns:a="http://schemas.openxmlformats.org/drawingml/2006/main">
              <a:ext uri="{FF2B5EF4-FFF2-40B4-BE49-F238E27FC236}">
                <a16:creationId xmlns:a16="http://schemas.microsoft.com/office/drawing/2014/main" id="{53E01EDC-EF93-407E-8D25-F2493B6308E0}"/>
              </a:ext>
            </a:extLst>
          </p:cNvPr>
          <p:cNvSpPr>
            <a:spLocks xmlns:a="http://schemas.openxmlformats.org/drawingml/2006/main" noGrp="1"/>
          </p:cNvSpPr>
          <p:nvPr/>
        </p:nvSpPr>
        <p:spPr>
          <a:xfrm xmlns:a="http://schemas.openxmlformats.org/drawingml/2006/main">
            <a:off x="4964430" y="3200972"/>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target_schema: Type[T]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llm_client: Callable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lint_rules: List[LintRule]</a:t>
            </a:r>
          </a:p>
        </p:txBody>
      </p:sp>
      <p:sp>
        <p:nvSpPr>
          <p:cNvPr id="52" name="+ execute(context_data,&#10;    max_retries=2): HarnessResult">
            <a:extLst xmlns:a="http://schemas.openxmlformats.org/drawingml/2006/main">
              <a:ext uri="{FF2B5EF4-FFF2-40B4-BE49-F238E27FC236}">
                <a16:creationId xmlns:a16="http://schemas.microsoft.com/office/drawing/2014/main" id="{19E86FC8-1583-4151-9762-C5406583FA1B}"/>
              </a:ext>
            </a:extLst>
          </p:cNvPr>
          <p:cNvSpPr>
            <a:spLocks xmlns:a="http://schemas.openxmlformats.org/drawingml/2006/main" noGrp="1"/>
          </p:cNvSpPr>
          <p:nvPr/>
        </p:nvSpPr>
        <p:spPr>
          <a:xfrm xmlns:a="http://schemas.openxmlformats.org/drawingml/2006/main">
            <a:off x="4964430" y="3724275"/>
            <a:ext cx="2209800" cy="702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execute(context_data,</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max_retries=2): HarnessResult</a:t>
            </a:r>
          </a:p>
        </p:txBody>
      </p:sp>
      <p:sp>
        <p:nvSpPr>
          <p:cNvPr id="53" name="rect">
            <a:extLst xmlns:a="http://schemas.openxmlformats.org/drawingml/2006/main">
              <a:ext uri="{FF2B5EF4-FFF2-40B4-BE49-F238E27FC236}">
                <a16:creationId xmlns:a16="http://schemas.microsoft.com/office/drawing/2014/main" id="{DDF09ADD-63CB-4B6D-A3C7-0CE831FBE6E3}"/>
              </a:ext>
            </a:extLst>
          </p:cNvPr>
          <p:cNvSpPr>
            <a:spLocks xmlns:a="http://schemas.openxmlformats.org/drawingml/2006/main" noGrp="1"/>
          </p:cNvSpPr>
          <p:nvPr/>
        </p:nvSpPr>
        <p:spPr>
          <a:xfrm xmlns:a="http://schemas.openxmlformats.org/drawingml/2006/main">
            <a:off x="7787640" y="169354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54" name="Diagram connector">
            <a:extLst xmlns:a="http://schemas.openxmlformats.org/drawingml/2006/main">
              <a:ext uri="{FF2B5EF4-FFF2-40B4-BE49-F238E27FC236}">
                <a16:creationId xmlns:a16="http://schemas.microsoft.com/office/drawing/2014/main" id="{424DAB95-3D3B-4A46-9D59-4F9557BE3E09}"/>
              </a:ext>
            </a:extLst>
          </p:cNvPr>
          <p:cNvSpPr>
            <a:spLocks xmlns:a="http://schemas.openxmlformats.org/drawingml/2006/main" noGrp="1"/>
          </p:cNvSpPr>
          <p:nvPr/>
        </p:nvSpPr>
        <p:spPr>
          <a:xfrm xmlns:a="http://schemas.openxmlformats.org/drawingml/2006/main">
            <a:off x="7787640" y="192005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5" name="Diagram connector">
            <a:extLst xmlns:a="http://schemas.openxmlformats.org/drawingml/2006/main">
              <a:ext uri="{FF2B5EF4-FFF2-40B4-BE49-F238E27FC236}">
                <a16:creationId xmlns:a16="http://schemas.microsoft.com/office/drawing/2014/main" id="{346C340C-CD6A-4D96-A431-F3C359152396}"/>
              </a:ext>
            </a:extLst>
          </p:cNvPr>
          <p:cNvSpPr>
            <a:spLocks xmlns:a="http://schemas.openxmlformats.org/drawingml/2006/main" noGrp="1"/>
          </p:cNvSpPr>
          <p:nvPr/>
        </p:nvSpPr>
        <p:spPr>
          <a:xfrm xmlns:a="http://schemas.openxmlformats.org/drawingml/2006/main">
            <a:off x="7787640" y="22949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6" name="LocalModelClient">
            <a:extLst xmlns:a="http://schemas.openxmlformats.org/drawingml/2006/main">
              <a:ext uri="{FF2B5EF4-FFF2-40B4-BE49-F238E27FC236}">
                <a16:creationId xmlns:a16="http://schemas.microsoft.com/office/drawing/2014/main" id="{29585D1F-CF52-4E4B-B781-4947ACD2FFE1}"/>
              </a:ext>
            </a:extLst>
          </p:cNvPr>
          <p:cNvSpPr>
            <a:spLocks xmlns:a="http://schemas.openxmlformats.org/drawingml/2006/main" noGrp="1"/>
          </p:cNvSpPr>
          <p:nvPr/>
        </p:nvSpPr>
        <p:spPr>
          <a:xfrm xmlns:a="http://schemas.openxmlformats.org/drawingml/2006/main">
            <a:off x="7825740" y="173164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LocalModelClient</a:t>
            </a:r>
          </a:p>
        </p:txBody>
      </p:sp>
      <p:sp>
        <p:nvSpPr>
          <p:cNvPr id="57" name="+ settings: Settings&#10;+ calls: int">
            <a:extLst xmlns:a="http://schemas.openxmlformats.org/drawingml/2006/main">
              <a:ext uri="{FF2B5EF4-FFF2-40B4-BE49-F238E27FC236}">
                <a16:creationId xmlns:a16="http://schemas.microsoft.com/office/drawing/2014/main" id="{8FC11265-5C5E-4F2D-A441-3854D0CAB892}"/>
              </a:ext>
            </a:extLst>
          </p:cNvPr>
          <p:cNvSpPr>
            <a:spLocks xmlns:a="http://schemas.openxmlformats.org/drawingml/2006/main" noGrp="1"/>
          </p:cNvSpPr>
          <p:nvPr/>
        </p:nvSpPr>
        <p:spPr>
          <a:xfrm xmlns:a="http://schemas.openxmlformats.org/drawingml/2006/main">
            <a:off x="7854315" y="1951292"/>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settings: Settings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calls: int</a:t>
            </a:r>
          </a:p>
        </p:txBody>
      </p:sp>
      <p:sp>
        <p:nvSpPr>
          <p:cNvPr id="58" name="+ generate(prompt, *,&#10;    output_tokens=None): str&#10;+ generate_sync(pro">
            <a:extLst xmlns:a="http://schemas.openxmlformats.org/drawingml/2006/main">
              <a:ext uri="{FF2B5EF4-FFF2-40B4-BE49-F238E27FC236}">
                <a16:creationId xmlns:a16="http://schemas.microsoft.com/office/drawing/2014/main" id="{17501B78-A22D-4B8A-94D5-1614D5C5F30A}"/>
              </a:ext>
            </a:extLst>
          </p:cNvPr>
          <p:cNvSpPr>
            <a:spLocks xmlns:a="http://schemas.openxmlformats.org/drawingml/2006/main" noGrp="1"/>
          </p:cNvSpPr>
          <p:nvPr/>
        </p:nvSpPr>
        <p:spPr>
          <a:xfrm xmlns:a="http://schemas.openxmlformats.org/drawingml/2006/main">
            <a:off x="7854315" y="2326196"/>
            <a:ext cx="2209800" cy="851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generate(prompt, *,</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output_tokens=None):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generate_sync(prompt, *,</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output_tokens=None): str</a:t>
            </a:r>
          </a:p>
        </p:txBody>
      </p:sp>
      <p:sp>
        <p:nvSpPr>
          <p:cNvPr id="59" name="rect">
            <a:extLst xmlns:a="http://schemas.openxmlformats.org/drawingml/2006/main">
              <a:ext uri="{FF2B5EF4-FFF2-40B4-BE49-F238E27FC236}">
                <a16:creationId xmlns:a16="http://schemas.microsoft.com/office/drawing/2014/main" id="{18B9EEB0-607D-4BFE-B895-AA28DB2040AD}"/>
              </a:ext>
            </a:extLst>
          </p:cNvPr>
          <p:cNvSpPr>
            <a:spLocks xmlns:a="http://schemas.openxmlformats.org/drawingml/2006/main" noGrp="1"/>
          </p:cNvSpPr>
          <p:nvPr/>
        </p:nvSpPr>
        <p:spPr>
          <a:xfrm xmlns:a="http://schemas.openxmlformats.org/drawingml/2006/main">
            <a:off x="7787640" y="4231958"/>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0" name="Diagram connector">
            <a:extLst xmlns:a="http://schemas.openxmlformats.org/drawingml/2006/main">
              <a:ext uri="{FF2B5EF4-FFF2-40B4-BE49-F238E27FC236}">
                <a16:creationId xmlns:a16="http://schemas.microsoft.com/office/drawing/2014/main" id="{126FFBEB-8EA7-41A7-8B89-5F25C0F4FB05}"/>
              </a:ext>
            </a:extLst>
          </p:cNvPr>
          <p:cNvSpPr>
            <a:spLocks xmlns:a="http://schemas.openxmlformats.org/drawingml/2006/main" noGrp="1"/>
          </p:cNvSpPr>
          <p:nvPr/>
        </p:nvSpPr>
        <p:spPr>
          <a:xfrm xmlns:a="http://schemas.openxmlformats.org/drawingml/2006/main">
            <a:off x="7787640" y="445846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61" name="Diagram connector">
            <a:extLst xmlns:a="http://schemas.openxmlformats.org/drawingml/2006/main">
              <a:ext uri="{FF2B5EF4-FFF2-40B4-BE49-F238E27FC236}">
                <a16:creationId xmlns:a16="http://schemas.microsoft.com/office/drawing/2014/main" id="{19422C31-673E-4823-A113-57CC5F3B835F}"/>
              </a:ext>
            </a:extLst>
          </p:cNvPr>
          <p:cNvSpPr>
            <a:spLocks xmlns:a="http://schemas.openxmlformats.org/drawingml/2006/main" noGrp="1"/>
          </p:cNvSpPr>
          <p:nvPr/>
        </p:nvSpPr>
        <p:spPr>
          <a:xfrm xmlns:a="http://schemas.openxmlformats.org/drawingml/2006/main">
            <a:off x="7787640" y="4833366"/>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62" name="GeminiModelClient">
            <a:extLst xmlns:a="http://schemas.openxmlformats.org/drawingml/2006/main">
              <a:ext uri="{FF2B5EF4-FFF2-40B4-BE49-F238E27FC236}">
                <a16:creationId xmlns:a16="http://schemas.microsoft.com/office/drawing/2014/main" id="{B29B5755-F7A6-4C23-828C-1B98C266FB63}"/>
              </a:ext>
            </a:extLst>
          </p:cNvPr>
          <p:cNvSpPr>
            <a:spLocks xmlns:a="http://schemas.openxmlformats.org/drawingml/2006/main" noGrp="1"/>
          </p:cNvSpPr>
          <p:nvPr/>
        </p:nvSpPr>
        <p:spPr>
          <a:xfrm xmlns:a="http://schemas.openxmlformats.org/drawingml/2006/main">
            <a:off x="7825740" y="4270058"/>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GeminiModelClient</a:t>
            </a:r>
          </a:p>
        </p:txBody>
      </p:sp>
      <p:sp>
        <p:nvSpPr>
          <p:cNvPr id="63" name="+ settings: Settings&#10;+ client: genai.Client">
            <a:extLst xmlns:a="http://schemas.openxmlformats.org/drawingml/2006/main">
              <a:ext uri="{FF2B5EF4-FFF2-40B4-BE49-F238E27FC236}">
                <a16:creationId xmlns:a16="http://schemas.microsoft.com/office/drawing/2014/main" id="{9075B9A2-F007-4923-B1F8-CC08EE37667A}"/>
              </a:ext>
            </a:extLst>
          </p:cNvPr>
          <p:cNvSpPr>
            <a:spLocks xmlns:a="http://schemas.openxmlformats.org/drawingml/2006/main" noGrp="1"/>
          </p:cNvSpPr>
          <p:nvPr/>
        </p:nvSpPr>
        <p:spPr>
          <a:xfrm xmlns:a="http://schemas.openxmlformats.org/drawingml/2006/main">
            <a:off x="7854315" y="4489704"/>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settings: Settings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client: genai.Client</a:t>
            </a:r>
          </a:p>
        </p:txBody>
      </p:sp>
      <p:sp>
        <p:nvSpPr>
          <p:cNvPr id="64" name="+ __new__(cls)&#10;+ generate(prompt: str): str&#10;+ generate_sync(prompt: st">
            <a:extLst xmlns:a="http://schemas.openxmlformats.org/drawingml/2006/main">
              <a:ext uri="{FF2B5EF4-FFF2-40B4-BE49-F238E27FC236}">
                <a16:creationId xmlns:a16="http://schemas.microsoft.com/office/drawing/2014/main" id="{C92DFFB1-1F31-40F1-9724-3D7DC600F5FB}"/>
              </a:ext>
            </a:extLst>
          </p:cNvPr>
          <p:cNvSpPr>
            <a:spLocks xmlns:a="http://schemas.openxmlformats.org/drawingml/2006/main" noGrp="1"/>
          </p:cNvSpPr>
          <p:nvPr/>
        </p:nvSpPr>
        <p:spPr>
          <a:xfrm xmlns:a="http://schemas.openxmlformats.org/drawingml/2006/main">
            <a:off x="7854315" y="4864608"/>
            <a:ext cx="2209800" cy="695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__new__(cls)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generate(prompt: str):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generate_sync(prompt: str): str</a:t>
            </a:r>
          </a:p>
        </p:txBody>
      </p:sp>
      <p:sp>
        <p:nvSpPr>
          <p:cNvPr id="65" name="Diagram connector">
            <a:extLst xmlns:a="http://schemas.openxmlformats.org/drawingml/2006/main">
              <a:ext uri="{FF2B5EF4-FFF2-40B4-BE49-F238E27FC236}">
                <a16:creationId xmlns:a16="http://schemas.microsoft.com/office/drawing/2014/main" id="{7D20F64E-7D96-4627-9553-343DE649C6C1}"/>
              </a:ext>
            </a:extLst>
          </p:cNvPr>
          <p:cNvSpPr>
            <a:spLocks xmlns:a="http://schemas.openxmlformats.org/drawingml/2006/main" noGrp="1"/>
          </p:cNvSpPr>
          <p:nvPr/>
        </p:nvSpPr>
        <p:spPr>
          <a:xfrm xmlns:a="http://schemas.openxmlformats.org/drawingml/2006/main">
            <a:off x="4351020" y="1716977"/>
            <a:ext cx="546735" cy="1421511"/>
          </a:xfrm>
          <a:custGeom xmlns:a="http://schemas.openxmlformats.org/drawingml/2006/main">
            <a:pathLst>
              <a:path w="546735" h="1421511">
                <a:moveTo>
                  <a:pt x="0" y="0"/>
                </a:moveTo>
                <a:lnTo>
                  <a:pt x="546735" y="1421511"/>
                </a:lnTo>
              </a:path>
            </a:pathLst>
          </a:custGeom>
          <a:noFill xmlns:a="http://schemas.openxmlformats.org/drawingml/2006/main"/>
          <a:ln xmlns:a="http://schemas.openxmlformats.org/drawingml/2006/main" w="12383">
            <a:solidFill>
              <a:srgbClr val="132C43"/>
            </a:solidFill>
            <a:prstDash val="solid"/>
          </a:ln>
        </p:spPr>
      </p:sp>
      <p:sp>
        <p:nvSpPr>
          <p:cNvPr id="66" name="Diagram connector">
            <a:extLst xmlns:a="http://schemas.openxmlformats.org/drawingml/2006/main">
              <a:ext uri="{FF2B5EF4-FFF2-40B4-BE49-F238E27FC236}">
                <a16:creationId xmlns:a16="http://schemas.microsoft.com/office/drawing/2014/main" id="{59DBFE41-538A-4C62-8A79-AA47000E9496}"/>
              </a:ext>
            </a:extLst>
          </p:cNvPr>
          <p:cNvSpPr>
            <a:spLocks xmlns:a="http://schemas.openxmlformats.org/drawingml/2006/main" noGrp="1"/>
          </p:cNvSpPr>
          <p:nvPr/>
        </p:nvSpPr>
        <p:spPr>
          <a:xfrm xmlns:a="http://schemas.openxmlformats.org/drawingml/2006/main">
            <a:off x="4339394" y="1716977"/>
            <a:ext cx="71121" cy="124462"/>
          </a:xfrm>
          <a:custGeom xmlns:a="http://schemas.openxmlformats.org/drawingml/2006/main">
            <a:pathLst>
              <a:path w="71121" h="124462">
                <a:moveTo>
                  <a:pt x="11626" y="0"/>
                </a:moveTo>
                <a:lnTo>
                  <a:pt x="0" y="75908"/>
                </a:lnTo>
                <a:lnTo>
                  <a:pt x="59495" y="124462"/>
                </a:lnTo>
                <a:lnTo>
                  <a:pt x="71121" y="48554"/>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7" name="1">
            <a:extLst xmlns:a="http://schemas.openxmlformats.org/drawingml/2006/main">
              <a:ext uri="{FF2B5EF4-FFF2-40B4-BE49-F238E27FC236}">
                <a16:creationId xmlns:a16="http://schemas.microsoft.com/office/drawing/2014/main" id="{7E30BEC0-D65F-45E0-9E4F-8EE48A7DBE82}"/>
              </a:ext>
            </a:extLst>
          </p:cNvPr>
          <p:cNvSpPr>
            <a:spLocks xmlns:a="http://schemas.openxmlformats.org/drawingml/2006/main" noGrp="1"/>
          </p:cNvSpPr>
          <p:nvPr/>
        </p:nvSpPr>
        <p:spPr>
          <a:xfrm xmlns:a="http://schemas.openxmlformats.org/drawingml/2006/main">
            <a:off x="4631055" y="2947988"/>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68" name="Diagram connector">
            <a:extLst xmlns:a="http://schemas.openxmlformats.org/drawingml/2006/main">
              <a:ext uri="{FF2B5EF4-FFF2-40B4-BE49-F238E27FC236}">
                <a16:creationId xmlns:a16="http://schemas.microsoft.com/office/drawing/2014/main" id="{AC8F3B7F-4871-4F23-A10A-91362CF35DE8}"/>
              </a:ext>
            </a:extLst>
          </p:cNvPr>
          <p:cNvSpPr>
            <a:spLocks xmlns:a="http://schemas.openxmlformats.org/drawingml/2006/main" noGrp="1"/>
          </p:cNvSpPr>
          <p:nvPr/>
        </p:nvSpPr>
        <p:spPr>
          <a:xfrm xmlns:a="http://schemas.openxmlformats.org/drawingml/2006/main">
            <a:off x="4351020" y="2466785"/>
            <a:ext cx="546735" cy="890397"/>
          </a:xfrm>
          <a:custGeom xmlns:a="http://schemas.openxmlformats.org/drawingml/2006/main">
            <a:pathLst>
              <a:path w="546735" h="890397">
                <a:moveTo>
                  <a:pt x="0" y="0"/>
                </a:moveTo>
                <a:lnTo>
                  <a:pt x="546735" y="890397"/>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0F423B8A-CE57-4F68-B82E-0BC0265CE079}"/>
              </a:ext>
            </a:extLst>
          </p:cNvPr>
          <p:cNvSpPr>
            <a:spLocks xmlns:a="http://schemas.openxmlformats.org/drawingml/2006/main" noGrp="1"/>
          </p:cNvSpPr>
          <p:nvPr/>
        </p:nvSpPr>
        <p:spPr>
          <a:xfrm xmlns:a="http://schemas.openxmlformats.org/drawingml/2006/main">
            <a:off x="4351020" y="2466785"/>
            <a:ext cx="69777" cy="113637"/>
          </a:xfrm>
          <a:custGeom xmlns:a="http://schemas.openxmlformats.org/drawingml/2006/main">
            <a:pathLst>
              <a:path w="69777" h="113637">
                <a:moveTo>
                  <a:pt x="0" y="0"/>
                </a:moveTo>
                <a:lnTo>
                  <a:pt x="2421" y="76755"/>
                </a:lnTo>
                <a:lnTo>
                  <a:pt x="69777" y="113637"/>
                </a:lnTo>
                <a:lnTo>
                  <a:pt x="67356" y="36882"/>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1">
            <a:extLst xmlns:a="http://schemas.openxmlformats.org/drawingml/2006/main">
              <a:ext uri="{FF2B5EF4-FFF2-40B4-BE49-F238E27FC236}">
                <a16:creationId xmlns:a16="http://schemas.microsoft.com/office/drawing/2014/main" id="{D4BC6C26-7B2E-4054-9EF2-28C2D13879AB}"/>
              </a:ext>
            </a:extLst>
          </p:cNvPr>
          <p:cNvSpPr>
            <a:spLocks xmlns:a="http://schemas.openxmlformats.org/drawingml/2006/main" noGrp="1"/>
          </p:cNvSpPr>
          <p:nvPr/>
        </p:nvSpPr>
        <p:spPr>
          <a:xfrm xmlns:a="http://schemas.openxmlformats.org/drawingml/2006/main">
            <a:off x="4631055" y="3166682"/>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1" name="Diagram connector">
            <a:extLst xmlns:a="http://schemas.openxmlformats.org/drawingml/2006/main">
              <a:ext uri="{FF2B5EF4-FFF2-40B4-BE49-F238E27FC236}">
                <a16:creationId xmlns:a16="http://schemas.microsoft.com/office/drawing/2014/main" id="{9EBFD1AF-6702-4FEB-8BD0-C636748D32CF}"/>
              </a:ext>
            </a:extLst>
          </p:cNvPr>
          <p:cNvSpPr>
            <a:spLocks xmlns:a="http://schemas.openxmlformats.org/drawingml/2006/main" noGrp="1"/>
          </p:cNvSpPr>
          <p:nvPr/>
        </p:nvSpPr>
        <p:spPr>
          <a:xfrm xmlns:a="http://schemas.openxmlformats.org/drawingml/2006/main">
            <a:off x="4351020" y="3216593"/>
            <a:ext cx="546735" cy="359283"/>
          </a:xfrm>
          <a:custGeom xmlns:a="http://schemas.openxmlformats.org/drawingml/2006/main">
            <a:pathLst>
              <a:path w="546735" h="359283">
                <a:moveTo>
                  <a:pt x="0" y="0"/>
                </a:moveTo>
                <a:lnTo>
                  <a:pt x="546735" y="359283"/>
                </a:lnTo>
              </a:path>
            </a:pathLst>
          </a:custGeom>
          <a:noFill xmlns:a="http://schemas.openxmlformats.org/drawingml/2006/main"/>
          <a:ln xmlns:a="http://schemas.openxmlformats.org/drawingml/2006/main" w="12383">
            <a:solidFill>
              <a:srgbClr val="132C43"/>
            </a:solidFill>
            <a:prstDash val="solid"/>
          </a:ln>
        </p:spPr>
      </p:sp>
      <p:sp>
        <p:nvSpPr>
          <p:cNvPr id="72" name="Diagram connector">
            <a:extLst xmlns:a="http://schemas.openxmlformats.org/drawingml/2006/main">
              <a:ext uri="{FF2B5EF4-FFF2-40B4-BE49-F238E27FC236}">
                <a16:creationId xmlns:a16="http://schemas.microsoft.com/office/drawing/2014/main" id="{C6A32080-4265-4C50-AE65-9C0B033AC9EF}"/>
              </a:ext>
            </a:extLst>
          </p:cNvPr>
          <p:cNvSpPr>
            <a:spLocks xmlns:a="http://schemas.openxmlformats.org/drawingml/2006/main" noGrp="1"/>
          </p:cNvSpPr>
          <p:nvPr/>
        </p:nvSpPr>
        <p:spPr>
          <a:xfrm xmlns:a="http://schemas.openxmlformats.org/drawingml/2006/main">
            <a:off x="4351020" y="3216593"/>
            <a:ext cx="111441" cy="73233"/>
          </a:xfrm>
          <a:custGeom xmlns:a="http://schemas.openxmlformats.org/drawingml/2006/main">
            <a:pathLst>
              <a:path w="111441" h="73233">
                <a:moveTo>
                  <a:pt x="0" y="0"/>
                </a:moveTo>
                <a:lnTo>
                  <a:pt x="34797" y="68457"/>
                </a:lnTo>
                <a:lnTo>
                  <a:pt x="111441" y="73233"/>
                </a:lnTo>
                <a:lnTo>
                  <a:pt x="76644" y="4776"/>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3" name="1">
            <a:extLst xmlns:a="http://schemas.openxmlformats.org/drawingml/2006/main">
              <a:ext uri="{FF2B5EF4-FFF2-40B4-BE49-F238E27FC236}">
                <a16:creationId xmlns:a16="http://schemas.microsoft.com/office/drawing/2014/main" id="{52DAC47D-FB1C-4F57-A221-859E9CAC85C5}"/>
              </a:ext>
            </a:extLst>
          </p:cNvPr>
          <p:cNvSpPr>
            <a:spLocks xmlns:a="http://schemas.openxmlformats.org/drawingml/2006/main" noGrp="1"/>
          </p:cNvSpPr>
          <p:nvPr/>
        </p:nvSpPr>
        <p:spPr>
          <a:xfrm xmlns:a="http://schemas.openxmlformats.org/drawingml/2006/main">
            <a:off x="4631055" y="33853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4" name="Diagram connector">
            <a:extLst xmlns:a="http://schemas.openxmlformats.org/drawingml/2006/main">
              <a:ext uri="{FF2B5EF4-FFF2-40B4-BE49-F238E27FC236}">
                <a16:creationId xmlns:a16="http://schemas.microsoft.com/office/drawing/2014/main" id="{35F59C2C-8193-471E-83F1-EF6FA0D7E67D}"/>
              </a:ext>
            </a:extLst>
          </p:cNvPr>
          <p:cNvSpPr>
            <a:spLocks xmlns:a="http://schemas.openxmlformats.org/drawingml/2006/main" noGrp="1"/>
          </p:cNvSpPr>
          <p:nvPr/>
        </p:nvSpPr>
        <p:spPr>
          <a:xfrm xmlns:a="http://schemas.openxmlformats.org/drawingml/2006/main">
            <a:off x="4351020" y="3794570"/>
            <a:ext cx="546735" cy="171831"/>
          </a:xfrm>
          <a:custGeom xmlns:a="http://schemas.openxmlformats.org/drawingml/2006/main">
            <a:pathLst>
              <a:path w="546735" h="171831">
                <a:moveTo>
                  <a:pt x="0" y="171831"/>
                </a:moveTo>
                <a:lnTo>
                  <a:pt x="546735" y="0"/>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0D446C53-0F9A-4BA8-9FFF-216B131AE9AD}"/>
              </a:ext>
            </a:extLst>
          </p:cNvPr>
          <p:cNvSpPr>
            <a:spLocks xmlns:a="http://schemas.openxmlformats.org/drawingml/2006/main" noGrp="1"/>
          </p:cNvSpPr>
          <p:nvPr/>
        </p:nvSpPr>
        <p:spPr>
          <a:xfrm xmlns:a="http://schemas.openxmlformats.org/drawingml/2006/main">
            <a:off x="4351020" y="3910062"/>
            <a:ext cx="127215" cy="72694"/>
          </a:xfrm>
          <a:custGeom xmlns:a="http://schemas.openxmlformats.org/drawingml/2006/main">
            <a:pathLst>
              <a:path w="127215" h="72694">
                <a:moveTo>
                  <a:pt x="0" y="56338"/>
                </a:moveTo>
                <a:lnTo>
                  <a:pt x="75031" y="72694"/>
                </a:lnTo>
                <a:lnTo>
                  <a:pt x="127215" y="16356"/>
                </a:lnTo>
                <a:lnTo>
                  <a:pt x="52184"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6" name="1">
            <a:extLst xmlns:a="http://schemas.openxmlformats.org/drawingml/2006/main">
              <a:ext uri="{FF2B5EF4-FFF2-40B4-BE49-F238E27FC236}">
                <a16:creationId xmlns:a16="http://schemas.microsoft.com/office/drawing/2014/main" id="{B5D0CDB7-FA0E-4374-B3E4-A911444A20D4}"/>
              </a:ext>
            </a:extLst>
          </p:cNvPr>
          <p:cNvSpPr>
            <a:spLocks xmlns:a="http://schemas.openxmlformats.org/drawingml/2006/main" noGrp="1"/>
          </p:cNvSpPr>
          <p:nvPr/>
        </p:nvSpPr>
        <p:spPr>
          <a:xfrm xmlns:a="http://schemas.openxmlformats.org/drawingml/2006/main">
            <a:off x="4631055" y="360407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7" name="Diagram connector">
            <a:extLst xmlns:a="http://schemas.openxmlformats.org/drawingml/2006/main">
              <a:ext uri="{FF2B5EF4-FFF2-40B4-BE49-F238E27FC236}">
                <a16:creationId xmlns:a16="http://schemas.microsoft.com/office/drawing/2014/main" id="{881ACD2B-3BF4-4384-8074-2F3EFF67E7E7}"/>
              </a:ext>
            </a:extLst>
          </p:cNvPr>
          <p:cNvSpPr>
            <a:spLocks xmlns:a="http://schemas.openxmlformats.org/drawingml/2006/main" noGrp="1"/>
          </p:cNvSpPr>
          <p:nvPr/>
        </p:nvSpPr>
        <p:spPr>
          <a:xfrm xmlns:a="http://schemas.openxmlformats.org/drawingml/2006/main">
            <a:off x="4351020" y="4013263"/>
            <a:ext cx="546735" cy="702945"/>
          </a:xfrm>
          <a:custGeom xmlns:a="http://schemas.openxmlformats.org/drawingml/2006/main">
            <a:pathLst>
              <a:path w="546735" h="702945">
                <a:moveTo>
                  <a:pt x="0" y="702945"/>
                </a:moveTo>
                <a:lnTo>
                  <a:pt x="546735" y="0"/>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EC85C2BF-F1E5-4A9E-9817-D748CE6B1E2C}"/>
              </a:ext>
            </a:extLst>
          </p:cNvPr>
          <p:cNvSpPr>
            <a:spLocks xmlns:a="http://schemas.openxmlformats.org/drawingml/2006/main" noGrp="1"/>
          </p:cNvSpPr>
          <p:nvPr/>
        </p:nvSpPr>
        <p:spPr>
          <a:xfrm xmlns:a="http://schemas.openxmlformats.org/drawingml/2006/main">
            <a:off x="4351020" y="4610948"/>
            <a:ext cx="81869" cy="105260"/>
          </a:xfrm>
          <a:custGeom xmlns:a="http://schemas.openxmlformats.org/drawingml/2006/main">
            <a:pathLst>
              <a:path w="81869" h="105260">
                <a:moveTo>
                  <a:pt x="0" y="105260"/>
                </a:moveTo>
                <a:lnTo>
                  <a:pt x="71009" y="76021"/>
                </a:lnTo>
                <a:lnTo>
                  <a:pt x="81869" y="0"/>
                </a:lnTo>
                <a:lnTo>
                  <a:pt x="10860" y="29239"/>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9" name="1">
            <a:extLst xmlns:a="http://schemas.openxmlformats.org/drawingml/2006/main">
              <a:ext uri="{FF2B5EF4-FFF2-40B4-BE49-F238E27FC236}">
                <a16:creationId xmlns:a16="http://schemas.microsoft.com/office/drawing/2014/main" id="{7EA1A05D-73D2-4ABC-A6AF-379586F44F51}"/>
              </a:ext>
            </a:extLst>
          </p:cNvPr>
          <p:cNvSpPr>
            <a:spLocks xmlns:a="http://schemas.openxmlformats.org/drawingml/2006/main" noGrp="1"/>
          </p:cNvSpPr>
          <p:nvPr/>
        </p:nvSpPr>
        <p:spPr>
          <a:xfrm xmlns:a="http://schemas.openxmlformats.org/drawingml/2006/main">
            <a:off x="4631055" y="3822763"/>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0" name="Diagram connector">
            <a:extLst xmlns:a="http://schemas.openxmlformats.org/drawingml/2006/main">
              <a:ext uri="{FF2B5EF4-FFF2-40B4-BE49-F238E27FC236}">
                <a16:creationId xmlns:a16="http://schemas.microsoft.com/office/drawing/2014/main" id="{96461AED-A799-4E35-A490-9CCEA4F56004}"/>
              </a:ext>
            </a:extLst>
          </p:cNvPr>
          <p:cNvSpPr>
            <a:spLocks xmlns:a="http://schemas.openxmlformats.org/drawingml/2006/main" noGrp="1"/>
          </p:cNvSpPr>
          <p:nvPr/>
        </p:nvSpPr>
        <p:spPr>
          <a:xfrm xmlns:a="http://schemas.openxmlformats.org/drawingml/2006/main">
            <a:off x="4351020" y="4231958"/>
            <a:ext cx="546735" cy="1234059"/>
          </a:xfrm>
          <a:custGeom xmlns:a="http://schemas.openxmlformats.org/drawingml/2006/main">
            <a:pathLst>
              <a:path w="546735" h="1234059">
                <a:moveTo>
                  <a:pt x="0" y="1234059"/>
                </a:moveTo>
                <a:lnTo>
                  <a:pt x="546735" y="0"/>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EB8CB5AC-6368-4AF1-A3AB-7C18CFEBE30B}"/>
              </a:ext>
            </a:extLst>
          </p:cNvPr>
          <p:cNvSpPr>
            <a:spLocks xmlns:a="http://schemas.openxmlformats.org/drawingml/2006/main" noGrp="1"/>
          </p:cNvSpPr>
          <p:nvPr/>
        </p:nvSpPr>
        <p:spPr>
          <a:xfrm xmlns:a="http://schemas.openxmlformats.org/drawingml/2006/main">
            <a:off x="4343193" y="5344096"/>
            <a:ext cx="69669" cy="121920"/>
          </a:xfrm>
          <a:custGeom xmlns:a="http://schemas.openxmlformats.org/drawingml/2006/main">
            <a:pathLst>
              <a:path w="69669" h="121920">
                <a:moveTo>
                  <a:pt x="7827" y="121920"/>
                </a:moveTo>
                <a:lnTo>
                  <a:pt x="69669" y="76393"/>
                </a:lnTo>
                <a:lnTo>
                  <a:pt x="61842" y="0"/>
                </a:lnTo>
                <a:lnTo>
                  <a:pt x="0" y="45527"/>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2" name="1">
            <a:extLst xmlns:a="http://schemas.openxmlformats.org/drawingml/2006/main">
              <a:ext uri="{FF2B5EF4-FFF2-40B4-BE49-F238E27FC236}">
                <a16:creationId xmlns:a16="http://schemas.microsoft.com/office/drawing/2014/main" id="{97255541-A180-4BAF-AE4D-D9C1FB6F45B5}"/>
              </a:ext>
            </a:extLst>
          </p:cNvPr>
          <p:cNvSpPr>
            <a:spLocks xmlns:a="http://schemas.openxmlformats.org/drawingml/2006/main" noGrp="1"/>
          </p:cNvSpPr>
          <p:nvPr/>
        </p:nvSpPr>
        <p:spPr>
          <a:xfrm xmlns:a="http://schemas.openxmlformats.org/drawingml/2006/main">
            <a:off x="4631055" y="4041457"/>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3" name="Diagram connector">
            <a:extLst xmlns:a="http://schemas.openxmlformats.org/drawingml/2006/main">
              <a:ext uri="{FF2B5EF4-FFF2-40B4-BE49-F238E27FC236}">
                <a16:creationId xmlns:a16="http://schemas.microsoft.com/office/drawing/2014/main" id="{FE94B160-DA57-4A70-AD3A-9F6F8326803C}"/>
              </a:ext>
            </a:extLst>
          </p:cNvPr>
          <p:cNvSpPr>
            <a:spLocks xmlns:a="http://schemas.openxmlformats.org/drawingml/2006/main" noGrp="1"/>
          </p:cNvSpPr>
          <p:nvPr/>
        </p:nvSpPr>
        <p:spPr>
          <a:xfrm xmlns:a="http://schemas.openxmlformats.org/drawingml/2006/main">
            <a:off x="7240905" y="2435543"/>
            <a:ext cx="546735" cy="859155"/>
          </a:xfrm>
          <a:custGeom xmlns:a="http://schemas.openxmlformats.org/drawingml/2006/main">
            <a:pathLst>
              <a:path w="546735" h="859155">
                <a:moveTo>
                  <a:pt x="0" y="859155"/>
                </a:moveTo>
                <a:lnTo>
                  <a:pt x="273368" y="859155"/>
                </a:lnTo>
                <a:lnTo>
                  <a:pt x="273368" y="0"/>
                </a:lnTo>
                <a:lnTo>
                  <a:pt x="546735" y="0"/>
                </a:lnTo>
              </a:path>
            </a:pathLst>
          </a:custGeom>
          <a:noFill xmlns:a="http://schemas.openxmlformats.org/drawingml/2006/main"/>
          <a:ln xmlns:a="http://schemas.openxmlformats.org/drawingml/2006/main" w="12383">
            <a:solidFill>
              <a:srgbClr val="132C43"/>
            </a:solidFill>
            <a:prstDash val="dash"/>
          </a:ln>
        </p:spPr>
      </p:sp>
      <p:sp>
        <p:nvSpPr>
          <p:cNvPr id="84" name="Diagram connector">
            <a:extLst xmlns:a="http://schemas.openxmlformats.org/drawingml/2006/main">
              <a:ext uri="{FF2B5EF4-FFF2-40B4-BE49-F238E27FC236}">
                <a16:creationId xmlns:a16="http://schemas.microsoft.com/office/drawing/2014/main" id="{8ADCA4F9-BBAB-4EB6-8D1A-CB108AA84308}"/>
              </a:ext>
            </a:extLst>
          </p:cNvPr>
          <p:cNvSpPr>
            <a:spLocks xmlns:a="http://schemas.openxmlformats.org/drawingml/2006/main" noGrp="1"/>
          </p:cNvSpPr>
          <p:nvPr/>
        </p:nvSpPr>
        <p:spPr>
          <a:xfrm xmlns:a="http://schemas.openxmlformats.org/drawingml/2006/main">
            <a:off x="7692390" y="2397443"/>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85" name="Diagram connector">
            <a:extLst xmlns:a="http://schemas.openxmlformats.org/drawingml/2006/main">
              <a:ext uri="{FF2B5EF4-FFF2-40B4-BE49-F238E27FC236}">
                <a16:creationId xmlns:a16="http://schemas.microsoft.com/office/drawing/2014/main" id="{D13962DA-E0E2-4B11-AF2A-D2DEEA1A672B}"/>
              </a:ext>
            </a:extLst>
          </p:cNvPr>
          <p:cNvSpPr>
            <a:spLocks xmlns:a="http://schemas.openxmlformats.org/drawingml/2006/main" noGrp="1"/>
          </p:cNvSpPr>
          <p:nvPr/>
        </p:nvSpPr>
        <p:spPr>
          <a:xfrm xmlns:a="http://schemas.openxmlformats.org/drawingml/2006/main">
            <a:off x="7240905" y="4075748"/>
            <a:ext cx="546735" cy="820103"/>
          </a:xfrm>
          <a:custGeom xmlns:a="http://schemas.openxmlformats.org/drawingml/2006/main">
            <a:pathLst>
              <a:path w="546735" h="820103">
                <a:moveTo>
                  <a:pt x="0" y="0"/>
                </a:moveTo>
                <a:lnTo>
                  <a:pt x="273368" y="0"/>
                </a:lnTo>
                <a:lnTo>
                  <a:pt x="273368" y="820103"/>
                </a:lnTo>
                <a:lnTo>
                  <a:pt x="546735" y="820103"/>
                </a:lnTo>
              </a:path>
            </a:pathLst>
          </a:custGeom>
          <a:noFill xmlns:a="http://schemas.openxmlformats.org/drawingml/2006/main"/>
          <a:ln xmlns:a="http://schemas.openxmlformats.org/drawingml/2006/main" w="12383">
            <a:solidFill>
              <a:srgbClr val="132C43"/>
            </a:solidFill>
            <a:prstDash val="dash"/>
          </a:ln>
        </p:spPr>
      </p:sp>
      <p:sp>
        <p:nvSpPr>
          <p:cNvPr id="86" name="Diagram connector">
            <a:extLst xmlns:a="http://schemas.openxmlformats.org/drawingml/2006/main">
              <a:ext uri="{FF2B5EF4-FFF2-40B4-BE49-F238E27FC236}">
                <a16:creationId xmlns:a16="http://schemas.microsoft.com/office/drawing/2014/main" id="{5A86D762-86ED-43AB-B669-2A4A6CEE9569}"/>
              </a:ext>
            </a:extLst>
          </p:cNvPr>
          <p:cNvSpPr>
            <a:spLocks xmlns:a="http://schemas.openxmlformats.org/drawingml/2006/main" noGrp="1"/>
          </p:cNvSpPr>
          <p:nvPr/>
        </p:nvSpPr>
        <p:spPr>
          <a:xfrm xmlns:a="http://schemas.openxmlformats.org/drawingml/2006/main">
            <a:off x="7692390" y="4857750"/>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87" name="Diagram connector">
            <a:extLst xmlns:a="http://schemas.openxmlformats.org/drawingml/2006/main">
              <a:ext uri="{FF2B5EF4-FFF2-40B4-BE49-F238E27FC236}">
                <a16:creationId xmlns:a16="http://schemas.microsoft.com/office/drawing/2014/main" id="{242754FE-F20C-4E99-BF7C-51FC9B5B7649}"/>
              </a:ext>
            </a:extLst>
          </p:cNvPr>
          <p:cNvSpPr>
            <a:spLocks xmlns:a="http://schemas.openxmlformats.org/drawingml/2006/main" noGrp="1"/>
          </p:cNvSpPr>
          <p:nvPr/>
        </p:nvSpPr>
        <p:spPr>
          <a:xfrm xmlns:a="http://schemas.openxmlformats.org/drawingml/2006/main">
            <a:off x="8959215" y="3177540"/>
            <a:ext cx="9525" cy="1054418"/>
          </a:xfrm>
          <a:custGeom xmlns:a="http://schemas.openxmlformats.org/drawingml/2006/main">
            <a:pathLst>
              <a:path w="9525" h="1054418">
                <a:moveTo>
                  <a:pt x="0" y="1054418"/>
                </a:moveTo>
                <a:lnTo>
                  <a:pt x="0" y="0"/>
                </a:lnTo>
              </a:path>
            </a:pathLst>
          </a:custGeom>
          <a:noFill xmlns:a="http://schemas.openxmlformats.org/drawingml/2006/main"/>
          <a:ln xmlns:a="http://schemas.openxmlformats.org/drawingml/2006/main" w="12383">
            <a:solidFill>
              <a:srgbClr val="132C43"/>
            </a:solidFill>
            <a:prstDash val="dash"/>
          </a:ln>
        </p:spPr>
      </p:sp>
      <p:sp>
        <p:nvSpPr>
          <p:cNvPr id="88" name="Diagram connector">
            <a:extLst xmlns:a="http://schemas.openxmlformats.org/drawingml/2006/main">
              <a:ext uri="{FF2B5EF4-FFF2-40B4-BE49-F238E27FC236}">
                <a16:creationId xmlns:a16="http://schemas.microsoft.com/office/drawing/2014/main" id="{4249D6D9-E7B0-4D78-A3F2-E97D239A977C}"/>
              </a:ext>
            </a:extLst>
          </p:cNvPr>
          <p:cNvSpPr>
            <a:spLocks xmlns:a="http://schemas.openxmlformats.org/drawingml/2006/main" noGrp="1"/>
          </p:cNvSpPr>
          <p:nvPr/>
        </p:nvSpPr>
        <p:spPr>
          <a:xfrm xmlns:a="http://schemas.openxmlformats.org/drawingml/2006/main">
            <a:off x="8921115" y="3177540"/>
            <a:ext cx="76200" cy="95250"/>
          </a:xfrm>
          <a:custGeom xmlns:a="http://schemas.openxmlformats.org/drawingml/2006/main">
            <a:pathLst>
              <a:path w="76200" h="95250">
                <a:moveTo>
                  <a:pt x="0" y="95250"/>
                </a:moveTo>
                <a:lnTo>
                  <a:pt x="38100" y="0"/>
                </a:lnTo>
                <a:lnTo>
                  <a:pt x="76200" y="95250"/>
                </a:lnTo>
              </a:path>
            </a:pathLst>
          </a:custGeom>
          <a:noFill xmlns:a="http://schemas.openxmlformats.org/drawingml/2006/main"/>
          <a:ln xmlns:a="http://schemas.openxmlformats.org/drawingml/2006/main" w="12383">
            <a:solidFill>
              <a:srgbClr val="132C43"/>
            </a:solidFill>
            <a:prstDash val="solid"/>
          </a:ln>
        </p:spPr>
      </p:sp>
      <p:sp>
        <p:nvSpPr>
          <p:cNvPr id="89" name="«create»">
            <a:extLst xmlns:a="http://schemas.openxmlformats.org/drawingml/2006/main">
              <a:ext uri="{FF2B5EF4-FFF2-40B4-BE49-F238E27FC236}">
                <a16:creationId xmlns:a16="http://schemas.microsoft.com/office/drawing/2014/main" id="{0B5B4BBD-99EC-4CC3-B353-FDDED344A1EF}"/>
              </a:ext>
            </a:extLst>
          </p:cNvPr>
          <p:cNvSpPr>
            <a:spLocks xmlns:a="http://schemas.openxmlformats.org/drawingml/2006/main" noGrp="1"/>
          </p:cNvSpPr>
          <p:nvPr/>
        </p:nvSpPr>
        <p:spPr>
          <a:xfrm xmlns:a="http://schemas.openxmlformats.org/drawingml/2006/main">
            <a:off x="8730615" y="4012882"/>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90" name="Diagram connector">
            <a:extLst xmlns:a="http://schemas.openxmlformats.org/drawingml/2006/main">
              <a:ext uri="{FF2B5EF4-FFF2-40B4-BE49-F238E27FC236}">
                <a16:creationId xmlns:a16="http://schemas.microsoft.com/office/drawing/2014/main" id="{C1631D8B-86CB-4ADE-9500-124A7CB57C9B}"/>
              </a:ext>
            </a:extLst>
          </p:cNvPr>
          <p:cNvSpPr>
            <a:spLocks xmlns:a="http://schemas.openxmlformats.org/drawingml/2006/main" noGrp="1"/>
          </p:cNvSpPr>
          <p:nvPr/>
        </p:nvSpPr>
        <p:spPr>
          <a:xfrm xmlns:a="http://schemas.openxmlformats.org/drawingml/2006/main">
            <a:off x="6069330" y="1295210"/>
            <a:ext cx="4217670" cy="3717798"/>
          </a:xfrm>
          <a:custGeom xmlns:a="http://schemas.openxmlformats.org/drawingml/2006/main">
            <a:pathLst>
              <a:path w="4217670" h="3717798">
                <a:moveTo>
                  <a:pt x="4061460" y="3717798"/>
                </a:moveTo>
                <a:lnTo>
                  <a:pt x="4217670" y="3717798"/>
                </a:lnTo>
                <a:lnTo>
                  <a:pt x="4217670" y="0"/>
                </a:lnTo>
                <a:lnTo>
                  <a:pt x="0" y="0"/>
                </a:lnTo>
                <a:lnTo>
                  <a:pt x="0" y="85916"/>
                </a:lnTo>
              </a:path>
            </a:pathLst>
          </a:custGeom>
          <a:noFill xmlns:a="http://schemas.openxmlformats.org/drawingml/2006/main"/>
          <a:ln xmlns:a="http://schemas.openxmlformats.org/drawingml/2006/main" w="12383">
            <a:solidFill>
              <a:srgbClr val="132C43"/>
            </a:solidFill>
            <a:prstDash val="dash"/>
          </a:ln>
        </p:spPr>
      </p:sp>
      <p:sp>
        <p:nvSpPr>
          <p:cNvPr id="91" name="Diagram connector">
            <a:extLst xmlns:a="http://schemas.openxmlformats.org/drawingml/2006/main">
              <a:ext uri="{FF2B5EF4-FFF2-40B4-BE49-F238E27FC236}">
                <a16:creationId xmlns:a16="http://schemas.microsoft.com/office/drawing/2014/main" id="{6D6DAC80-BE61-4AA9-B61B-F54C4BB1856D}"/>
              </a:ext>
            </a:extLst>
          </p:cNvPr>
          <p:cNvSpPr>
            <a:spLocks xmlns:a="http://schemas.openxmlformats.org/drawingml/2006/main" noGrp="1"/>
          </p:cNvSpPr>
          <p:nvPr/>
        </p:nvSpPr>
        <p:spPr>
          <a:xfrm xmlns:a="http://schemas.openxmlformats.org/drawingml/2006/main">
            <a:off x="6031230" y="1285875"/>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92" name="Factory creation is distinct from provider inheritance. Each agent own">
            <a:extLst xmlns:a="http://schemas.openxmlformats.org/drawingml/2006/main">
              <a:ext uri="{FF2B5EF4-FFF2-40B4-BE49-F238E27FC236}">
                <a16:creationId xmlns:a16="http://schemas.microsoft.com/office/drawing/2014/main" id="{F0F8D2EF-2A60-40FB-AB50-3834D2D06A8F}"/>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Factory creation is distinct from provider inheritance. Each agent owns one harness.</a:t>
            </a:r>
          </a:p>
        </p:txBody>
      </p:sp>
    </p:spTree>
    <p:extLst>
      <p:ext uri="{BB962C8B-B14F-4D97-AF65-F5344CB8AC3E}">
        <p14:creationId xmlns:p14="http://schemas.microsoft.com/office/powerpoint/2010/main" val="6243287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2.3 CLASS DIAGRAM C">
            <a:extLst xmlns:a="http://schemas.openxmlformats.org/drawingml/2006/main">
              <a:ext uri="{FF2B5EF4-FFF2-40B4-BE49-F238E27FC236}">
                <a16:creationId xmlns:a16="http://schemas.microsoft.com/office/drawing/2014/main" id="{2C8C5D7D-1564-4DE9-8CC1-BBCA82CF64C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2.3 CLASS DIAGRAM C</a:t>
            </a:r>
          </a:p>
        </p:txBody>
      </p:sp>
      <p:sp>
        <p:nvSpPr>
          <p:cNvPr id="2" name="Build and verification collaborators">
            <a:extLst xmlns:a="http://schemas.openxmlformats.org/drawingml/2006/main">
              <a:ext uri="{FF2B5EF4-FFF2-40B4-BE49-F238E27FC236}">
                <a16:creationId xmlns:a16="http://schemas.microsoft.com/office/drawing/2014/main" id="{E4284EE9-C94B-4089-B289-8BDD473641E0}"/>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Build and verification collaborators</a:t>
            </a:r>
          </a:p>
        </p:txBody>
      </p:sp>
      <p:sp>
        <p:nvSpPr>
          <p:cNvPr id="3" name="PROJECTFORGE AI">
            <a:extLst xmlns:a="http://schemas.openxmlformats.org/drawingml/2006/main">
              <a:ext uri="{FF2B5EF4-FFF2-40B4-BE49-F238E27FC236}">
                <a16:creationId xmlns:a16="http://schemas.microsoft.com/office/drawing/2014/main" id="{D7E1A2F5-F00B-4526-9A59-D89A34E32C38}"/>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0">
            <a:extLst xmlns:a="http://schemas.openxmlformats.org/drawingml/2006/main">
              <a:ext uri="{FF2B5EF4-FFF2-40B4-BE49-F238E27FC236}">
                <a16:creationId xmlns:a16="http://schemas.microsoft.com/office/drawing/2014/main" id="{D4F715AC-F494-4E8A-9333-66C1B88EA728}"/>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20</a:t>
            </a:r>
          </a:p>
        </p:txBody>
      </p:sp>
      <p:sp>
        <p:nvSpPr>
          <p:cNvPr id="5" name="rect">
            <a:extLst xmlns:a="http://schemas.openxmlformats.org/drawingml/2006/main">
              <a:ext uri="{FF2B5EF4-FFF2-40B4-BE49-F238E27FC236}">
                <a16:creationId xmlns:a16="http://schemas.microsoft.com/office/drawing/2014/main" id="{930F00BD-5C14-4FFC-81CD-E9549A555A20}"/>
              </a:ext>
            </a:extLst>
          </p:cNvPr>
          <p:cNvSpPr>
            <a:spLocks xmlns:a="http://schemas.openxmlformats.org/drawingml/2006/main" noGrp="1"/>
          </p:cNvSpPr>
          <p:nvPr/>
        </p:nvSpPr>
        <p:spPr>
          <a:xfrm xmlns:a="http://schemas.openxmlformats.org/drawingml/2006/main">
            <a:off x="2007870" y="1381125"/>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 name="Diagram connector">
            <a:extLst xmlns:a="http://schemas.openxmlformats.org/drawingml/2006/main">
              <a:ext uri="{FF2B5EF4-FFF2-40B4-BE49-F238E27FC236}">
                <a16:creationId xmlns:a16="http://schemas.microsoft.com/office/drawing/2014/main" id="{FABEAD86-A0E6-4119-A2E3-784B44BCF895}"/>
              </a:ext>
            </a:extLst>
          </p:cNvPr>
          <p:cNvSpPr>
            <a:spLocks xmlns:a="http://schemas.openxmlformats.org/drawingml/2006/main" noGrp="1"/>
          </p:cNvSpPr>
          <p:nvPr/>
        </p:nvSpPr>
        <p:spPr>
          <a:xfrm xmlns:a="http://schemas.openxmlformats.org/drawingml/2006/main">
            <a:off x="200787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7" name="Diagram connector">
            <a:extLst xmlns:a="http://schemas.openxmlformats.org/drawingml/2006/main">
              <a:ext uri="{FF2B5EF4-FFF2-40B4-BE49-F238E27FC236}">
                <a16:creationId xmlns:a16="http://schemas.microsoft.com/office/drawing/2014/main" id="{E6D37AE8-25FB-4F61-9D31-28F96429FA85}"/>
              </a:ext>
            </a:extLst>
          </p:cNvPr>
          <p:cNvSpPr>
            <a:spLocks xmlns:a="http://schemas.openxmlformats.org/drawingml/2006/main" noGrp="1"/>
          </p:cNvSpPr>
          <p:nvPr/>
        </p:nvSpPr>
        <p:spPr>
          <a:xfrm xmlns:a="http://schemas.openxmlformats.org/drawingml/2006/main">
            <a:off x="2007870" y="21309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8" name="TaskGraph">
            <a:extLst xmlns:a="http://schemas.openxmlformats.org/drawingml/2006/main">
              <a:ext uri="{FF2B5EF4-FFF2-40B4-BE49-F238E27FC236}">
                <a16:creationId xmlns:a16="http://schemas.microsoft.com/office/drawing/2014/main" id="{56B496F8-3F55-4AF1-BD68-B963C21604E8}"/>
              </a:ext>
            </a:extLst>
          </p:cNvPr>
          <p:cNvSpPr>
            <a:spLocks xmlns:a="http://schemas.openxmlformats.org/drawingml/2006/main" noGrp="1"/>
          </p:cNvSpPr>
          <p:nvPr/>
        </p:nvSpPr>
        <p:spPr>
          <a:xfrm xmlns:a="http://schemas.openxmlformats.org/drawingml/2006/main">
            <a:off x="204597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TaskGraph</a:t>
            </a:r>
          </a:p>
        </p:txBody>
      </p:sp>
      <p:sp>
        <p:nvSpPr>
          <p:cNvPr id="9" name="+ tasks: Dict&#10;+ adj_list: Dict&#10;+ in_degree: Dict">
            <a:extLst xmlns:a="http://schemas.openxmlformats.org/drawingml/2006/main">
              <a:ext uri="{FF2B5EF4-FFF2-40B4-BE49-F238E27FC236}">
                <a16:creationId xmlns:a16="http://schemas.microsoft.com/office/drawing/2014/main" id="{7CFFFDD0-430D-4703-B822-B4D5059AAE67}"/>
              </a:ext>
            </a:extLst>
          </p:cNvPr>
          <p:cNvSpPr>
            <a:spLocks xmlns:a="http://schemas.openxmlformats.org/drawingml/2006/main" noGrp="1"/>
          </p:cNvSpPr>
          <p:nvPr/>
        </p:nvSpPr>
        <p:spPr>
          <a:xfrm xmlns:a="http://schemas.openxmlformats.org/drawingml/2006/main">
            <a:off x="2074545" y="1638872"/>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tasks: Dict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adj_list: Dict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in_degree: Dict</a:t>
            </a:r>
          </a:p>
        </p:txBody>
      </p:sp>
      <p:sp>
        <p:nvSpPr>
          <p:cNvPr id="10" name="+ build_from_spec(spec): None&#10;+ validate_dag(): List[str]">
            <a:extLst xmlns:a="http://schemas.openxmlformats.org/drawingml/2006/main">
              <a:ext uri="{FF2B5EF4-FFF2-40B4-BE49-F238E27FC236}">
                <a16:creationId xmlns:a16="http://schemas.microsoft.com/office/drawing/2014/main" id="{A535C429-3922-42D0-9EE1-7A8C0B562111}"/>
              </a:ext>
            </a:extLst>
          </p:cNvPr>
          <p:cNvSpPr>
            <a:spLocks xmlns:a="http://schemas.openxmlformats.org/drawingml/2006/main" noGrp="1"/>
          </p:cNvSpPr>
          <p:nvPr/>
        </p:nvSpPr>
        <p:spPr>
          <a:xfrm xmlns:a="http://schemas.openxmlformats.org/drawingml/2006/main">
            <a:off x="2074545" y="2162175"/>
            <a:ext cx="2209800" cy="546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build_from_spec(spec): 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validate_dag(): List[str]</a:t>
            </a:r>
          </a:p>
        </p:txBody>
      </p:sp>
      <p:sp>
        <p:nvSpPr>
          <p:cNvPr id="11" name="rect">
            <a:extLst xmlns:a="http://schemas.openxmlformats.org/drawingml/2006/main">
              <a:ext uri="{FF2B5EF4-FFF2-40B4-BE49-F238E27FC236}">
                <a16:creationId xmlns:a16="http://schemas.microsoft.com/office/drawing/2014/main" id="{C46FDCD2-37B4-4588-A40D-95D5F2FF9DBF}"/>
              </a:ext>
            </a:extLst>
          </p:cNvPr>
          <p:cNvSpPr>
            <a:spLocks xmlns:a="http://schemas.openxmlformats.org/drawingml/2006/main" noGrp="1"/>
          </p:cNvSpPr>
          <p:nvPr/>
        </p:nvSpPr>
        <p:spPr>
          <a:xfrm xmlns:a="http://schemas.openxmlformats.org/drawingml/2006/main">
            <a:off x="4897755" y="13811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2" name="Diagram connector">
            <a:extLst xmlns:a="http://schemas.openxmlformats.org/drawingml/2006/main">
              <a:ext uri="{FF2B5EF4-FFF2-40B4-BE49-F238E27FC236}">
                <a16:creationId xmlns:a16="http://schemas.microsoft.com/office/drawing/2014/main" id="{CC1F0DFC-0F14-497E-91A2-478E7DBE367D}"/>
              </a:ext>
            </a:extLst>
          </p:cNvPr>
          <p:cNvSpPr>
            <a:spLocks xmlns:a="http://schemas.openxmlformats.org/drawingml/2006/main" noGrp="1"/>
          </p:cNvSpPr>
          <p:nvPr/>
        </p:nvSpPr>
        <p:spPr>
          <a:xfrm xmlns:a="http://schemas.openxmlformats.org/drawingml/2006/main">
            <a:off x="4897755"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3" name="Diagram connector">
            <a:extLst xmlns:a="http://schemas.openxmlformats.org/drawingml/2006/main">
              <a:ext uri="{FF2B5EF4-FFF2-40B4-BE49-F238E27FC236}">
                <a16:creationId xmlns:a16="http://schemas.microsoft.com/office/drawing/2014/main" id="{42496136-3CB1-4F60-ABF9-131252C23CD2}"/>
              </a:ext>
            </a:extLst>
          </p:cNvPr>
          <p:cNvSpPr>
            <a:spLocks xmlns:a="http://schemas.openxmlformats.org/drawingml/2006/main" noGrp="1"/>
          </p:cNvSpPr>
          <p:nvPr/>
        </p:nvSpPr>
        <p:spPr>
          <a:xfrm xmlns:a="http://schemas.openxmlformats.org/drawingml/2006/main">
            <a:off x="4897755" y="22793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4" name="CodingOrchestrator">
            <a:extLst xmlns:a="http://schemas.openxmlformats.org/drawingml/2006/main">
              <a:ext uri="{FF2B5EF4-FFF2-40B4-BE49-F238E27FC236}">
                <a16:creationId xmlns:a16="http://schemas.microsoft.com/office/drawing/2014/main" id="{671C34AE-094E-4664-B7D4-2F24296BBC55}"/>
              </a:ext>
            </a:extLst>
          </p:cNvPr>
          <p:cNvSpPr>
            <a:spLocks xmlns:a="http://schemas.openxmlformats.org/drawingml/2006/main" noGrp="1"/>
          </p:cNvSpPr>
          <p:nvPr/>
        </p:nvSpPr>
        <p:spPr>
          <a:xfrm xmlns:a="http://schemas.openxmlformats.org/drawingml/2006/main">
            <a:off x="4935855"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CodingOrchestrator</a:t>
            </a:r>
          </a:p>
        </p:txBody>
      </p:sp>
      <p:sp>
        <p:nvSpPr>
          <p:cNvPr id="15" name="+ workspace_root: Path&#10;+ coding_agent: CodingAgent&#10;+ test_runner: Test">
            <a:extLst xmlns:a="http://schemas.openxmlformats.org/drawingml/2006/main">
              <a:ext uri="{FF2B5EF4-FFF2-40B4-BE49-F238E27FC236}">
                <a16:creationId xmlns:a16="http://schemas.microsoft.com/office/drawing/2014/main" id="{6D980B75-6E3A-46B7-8035-952B5E19CC3E}"/>
              </a:ext>
            </a:extLst>
          </p:cNvPr>
          <p:cNvSpPr>
            <a:spLocks xmlns:a="http://schemas.openxmlformats.org/drawingml/2006/main" noGrp="1"/>
          </p:cNvSpPr>
          <p:nvPr/>
        </p:nvSpPr>
        <p:spPr>
          <a:xfrm xmlns:a="http://schemas.openxmlformats.org/drawingml/2006/main">
            <a:off x="4964430" y="1638872"/>
            <a:ext cx="2209800" cy="633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workspace_root: 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coding_agent: CodingAgent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test_runner: TestRunner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repo: RepositoryManager</a:t>
            </a:r>
          </a:p>
        </p:txBody>
      </p:sp>
      <p:sp>
        <p:nvSpPr>
          <p:cNvPr id="16" name="+ execute_build(spec):&#10;    ExecutionPipelineReport">
            <a:extLst xmlns:a="http://schemas.openxmlformats.org/drawingml/2006/main">
              <a:ext uri="{FF2B5EF4-FFF2-40B4-BE49-F238E27FC236}">
                <a16:creationId xmlns:a16="http://schemas.microsoft.com/office/drawing/2014/main" id="{5B769FDB-7FB2-42E2-8DCB-B1F3469110DD}"/>
              </a:ext>
            </a:extLst>
          </p:cNvPr>
          <p:cNvSpPr>
            <a:spLocks xmlns:a="http://schemas.openxmlformats.org/drawingml/2006/main" noGrp="1"/>
          </p:cNvSpPr>
          <p:nvPr/>
        </p:nvSpPr>
        <p:spPr>
          <a:xfrm xmlns:a="http://schemas.openxmlformats.org/drawingml/2006/main">
            <a:off x="4964430" y="2310575"/>
            <a:ext cx="2209800" cy="554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execute_build(spec):</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ExecutionPipelineReport</a:t>
            </a:r>
          </a:p>
        </p:txBody>
      </p:sp>
      <p:sp>
        <p:nvSpPr>
          <p:cNvPr id="17" name="rect">
            <a:extLst xmlns:a="http://schemas.openxmlformats.org/drawingml/2006/main">
              <a:ext uri="{FF2B5EF4-FFF2-40B4-BE49-F238E27FC236}">
                <a16:creationId xmlns:a16="http://schemas.microsoft.com/office/drawing/2014/main" id="{6369B0C9-CEE9-4BB0-A7E0-F5764B7078F3}"/>
              </a:ext>
            </a:extLst>
          </p:cNvPr>
          <p:cNvSpPr>
            <a:spLocks xmlns:a="http://schemas.openxmlformats.org/drawingml/2006/main" noGrp="1"/>
          </p:cNvSpPr>
          <p:nvPr/>
        </p:nvSpPr>
        <p:spPr>
          <a:xfrm xmlns:a="http://schemas.openxmlformats.org/drawingml/2006/main">
            <a:off x="7787640" y="1381125"/>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 name="Diagram connector">
            <a:extLst xmlns:a="http://schemas.openxmlformats.org/drawingml/2006/main">
              <a:ext uri="{FF2B5EF4-FFF2-40B4-BE49-F238E27FC236}">
                <a16:creationId xmlns:a16="http://schemas.microsoft.com/office/drawing/2014/main" id="{EB562B63-C280-46E5-A05B-52BDFBC32EE5}"/>
              </a:ext>
            </a:extLst>
          </p:cNvPr>
          <p:cNvSpPr>
            <a:spLocks xmlns:a="http://schemas.openxmlformats.org/drawingml/2006/main" noGrp="1"/>
          </p:cNvSpPr>
          <p:nvPr/>
        </p:nvSpPr>
        <p:spPr>
          <a:xfrm xmlns:a="http://schemas.openxmlformats.org/drawingml/2006/main">
            <a:off x="778764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9" name="Diagram connector">
            <a:extLst xmlns:a="http://schemas.openxmlformats.org/drawingml/2006/main">
              <a:ext uri="{FF2B5EF4-FFF2-40B4-BE49-F238E27FC236}">
                <a16:creationId xmlns:a16="http://schemas.microsoft.com/office/drawing/2014/main" id="{F88BA8D5-FAD8-4666-9E0D-B4BE3CEF5057}"/>
              </a:ext>
            </a:extLst>
          </p:cNvPr>
          <p:cNvSpPr>
            <a:spLocks xmlns:a="http://schemas.openxmlformats.org/drawingml/2006/main" noGrp="1"/>
          </p:cNvSpPr>
          <p:nvPr/>
        </p:nvSpPr>
        <p:spPr>
          <a:xfrm xmlns:a="http://schemas.openxmlformats.org/drawingml/2006/main">
            <a:off x="7787640" y="19825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0" name="CodingAgent">
            <a:extLst xmlns:a="http://schemas.openxmlformats.org/drawingml/2006/main">
              <a:ext uri="{FF2B5EF4-FFF2-40B4-BE49-F238E27FC236}">
                <a16:creationId xmlns:a16="http://schemas.microsoft.com/office/drawing/2014/main" id="{392B7A2A-87AE-4BEB-AC22-456C201C82E9}"/>
              </a:ext>
            </a:extLst>
          </p:cNvPr>
          <p:cNvSpPr>
            <a:spLocks xmlns:a="http://schemas.openxmlformats.org/drawingml/2006/main" noGrp="1"/>
          </p:cNvSpPr>
          <p:nvPr/>
        </p:nvSpPr>
        <p:spPr>
          <a:xfrm xmlns:a="http://schemas.openxmlformats.org/drawingml/2006/main">
            <a:off x="782574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CodingAgent</a:t>
            </a:r>
          </a:p>
        </p:txBody>
      </p:sp>
      <p:sp>
        <p:nvSpPr>
          <p:cNvPr id="21" name="+ agent_name: str&#10;+ model_client: object">
            <a:extLst xmlns:a="http://schemas.openxmlformats.org/drawingml/2006/main">
              <a:ext uri="{FF2B5EF4-FFF2-40B4-BE49-F238E27FC236}">
                <a16:creationId xmlns:a16="http://schemas.microsoft.com/office/drawing/2014/main" id="{45423124-9880-4282-919E-04259620B6D3}"/>
              </a:ext>
            </a:extLst>
          </p:cNvPr>
          <p:cNvSpPr>
            <a:spLocks xmlns:a="http://schemas.openxmlformats.org/drawingml/2006/main" noGrp="1"/>
          </p:cNvSpPr>
          <p:nvPr/>
        </p:nvSpPr>
        <p:spPr>
          <a:xfrm xmlns:a="http://schemas.openxmlformats.org/drawingml/2006/main">
            <a:off x="7854315" y="1638872"/>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agent_name: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model_client: object</a:t>
            </a:r>
          </a:p>
        </p:txBody>
      </p:sp>
      <p:sp>
        <p:nvSpPr>
          <p:cNvPr id="22" name="+ execute_task(task, spec, tools,&#10;    focused_context=None):&#10;    TaskI">
            <a:extLst xmlns:a="http://schemas.openxmlformats.org/drawingml/2006/main">
              <a:ext uri="{FF2B5EF4-FFF2-40B4-BE49-F238E27FC236}">
                <a16:creationId xmlns:a16="http://schemas.microsoft.com/office/drawing/2014/main" id="{EB9CEE59-AF1F-40EB-9F31-4AE87C9BD150}"/>
              </a:ext>
            </a:extLst>
          </p:cNvPr>
          <p:cNvSpPr>
            <a:spLocks xmlns:a="http://schemas.openxmlformats.org/drawingml/2006/main" noGrp="1"/>
          </p:cNvSpPr>
          <p:nvPr/>
        </p:nvSpPr>
        <p:spPr>
          <a:xfrm xmlns:a="http://schemas.openxmlformats.org/drawingml/2006/main">
            <a:off x="7854315" y="2013776"/>
            <a:ext cx="2209800" cy="695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execute_task(task, spec, tools,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focused_context=None):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TaskImplementationResult</a:t>
            </a:r>
          </a:p>
        </p:txBody>
      </p:sp>
      <p:sp>
        <p:nvSpPr>
          <p:cNvPr id="23" name="rect">
            <a:extLst xmlns:a="http://schemas.openxmlformats.org/drawingml/2006/main">
              <a:ext uri="{FF2B5EF4-FFF2-40B4-BE49-F238E27FC236}">
                <a16:creationId xmlns:a16="http://schemas.microsoft.com/office/drawing/2014/main" id="{730DB2D2-1E00-46FB-831D-642E77BC58CD}"/>
              </a:ext>
            </a:extLst>
          </p:cNvPr>
          <p:cNvSpPr>
            <a:spLocks xmlns:a="http://schemas.openxmlformats.org/drawingml/2006/main" noGrp="1"/>
          </p:cNvSpPr>
          <p:nvPr/>
        </p:nvSpPr>
        <p:spPr>
          <a:xfrm xmlns:a="http://schemas.openxmlformats.org/drawingml/2006/main">
            <a:off x="2007870" y="3333750"/>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24" name="Diagram connector">
            <a:extLst xmlns:a="http://schemas.openxmlformats.org/drawingml/2006/main">
              <a:ext uri="{FF2B5EF4-FFF2-40B4-BE49-F238E27FC236}">
                <a16:creationId xmlns:a16="http://schemas.microsoft.com/office/drawing/2014/main" id="{1E3480FD-8603-4697-B3C8-D32234181992}"/>
              </a:ext>
            </a:extLst>
          </p:cNvPr>
          <p:cNvSpPr>
            <a:spLocks xmlns:a="http://schemas.openxmlformats.org/drawingml/2006/main" noGrp="1"/>
          </p:cNvSpPr>
          <p:nvPr/>
        </p:nvSpPr>
        <p:spPr>
          <a:xfrm xmlns:a="http://schemas.openxmlformats.org/drawingml/2006/main">
            <a:off x="200787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5" name="Diagram connector">
            <a:extLst xmlns:a="http://schemas.openxmlformats.org/drawingml/2006/main">
              <a:ext uri="{FF2B5EF4-FFF2-40B4-BE49-F238E27FC236}">
                <a16:creationId xmlns:a16="http://schemas.microsoft.com/office/drawing/2014/main" id="{4015F601-8CBF-4E0B-869D-7C7A0F18ADA2}"/>
              </a:ext>
            </a:extLst>
          </p:cNvPr>
          <p:cNvSpPr>
            <a:spLocks xmlns:a="http://schemas.openxmlformats.org/drawingml/2006/main" noGrp="1"/>
          </p:cNvSpPr>
          <p:nvPr/>
        </p:nvSpPr>
        <p:spPr>
          <a:xfrm xmlns:a="http://schemas.openxmlformats.org/drawingml/2006/main">
            <a:off x="2007870" y="378675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6" name="TaskScheduler">
            <a:extLst xmlns:a="http://schemas.openxmlformats.org/drawingml/2006/main">
              <a:ext uri="{FF2B5EF4-FFF2-40B4-BE49-F238E27FC236}">
                <a16:creationId xmlns:a16="http://schemas.microsoft.com/office/drawing/2014/main" id="{C41899BE-E92B-49B2-A943-5A5D710A746A}"/>
              </a:ext>
            </a:extLst>
          </p:cNvPr>
          <p:cNvSpPr>
            <a:spLocks xmlns:a="http://schemas.openxmlformats.org/drawingml/2006/main" noGrp="1"/>
          </p:cNvSpPr>
          <p:nvPr/>
        </p:nvSpPr>
        <p:spPr>
          <a:xfrm xmlns:a="http://schemas.openxmlformats.org/drawingml/2006/main">
            <a:off x="204597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TaskScheduler</a:t>
            </a:r>
          </a:p>
        </p:txBody>
      </p:sp>
      <p:sp>
        <p:nvSpPr>
          <p:cNvPr id="27" name="+ graph: TaskGraph">
            <a:extLst xmlns:a="http://schemas.openxmlformats.org/drawingml/2006/main">
              <a:ext uri="{FF2B5EF4-FFF2-40B4-BE49-F238E27FC236}">
                <a16:creationId xmlns:a16="http://schemas.microsoft.com/office/drawing/2014/main" id="{FFF9E21B-26EA-4BE5-A3E9-5195B9CD751E}"/>
              </a:ext>
            </a:extLst>
          </p:cNvPr>
          <p:cNvSpPr>
            <a:spLocks xmlns:a="http://schemas.openxmlformats.org/drawingml/2006/main" noGrp="1"/>
          </p:cNvSpPr>
          <p:nvPr/>
        </p:nvSpPr>
        <p:spPr>
          <a:xfrm xmlns:a="http://schemas.openxmlformats.org/drawingml/2006/main">
            <a:off x="2074545" y="3591497"/>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graph: TaskGraph</a:t>
            </a:r>
          </a:p>
        </p:txBody>
      </p:sp>
      <p:sp>
        <p:nvSpPr>
          <p:cNvPr id="28" name="+ get_ready_tasks(): List&#10;+ mark_completed(task_id,&#10;    output_summary">
            <a:extLst xmlns:a="http://schemas.openxmlformats.org/drawingml/2006/main">
              <a:ext uri="{FF2B5EF4-FFF2-40B4-BE49-F238E27FC236}">
                <a16:creationId xmlns:a16="http://schemas.microsoft.com/office/drawing/2014/main" id="{AD3970B0-D364-43E4-9740-D96EC90B01F8}"/>
              </a:ext>
            </a:extLst>
          </p:cNvPr>
          <p:cNvSpPr>
            <a:spLocks xmlns:a="http://schemas.openxmlformats.org/drawingml/2006/main" noGrp="1"/>
          </p:cNvSpPr>
          <p:nvPr/>
        </p:nvSpPr>
        <p:spPr>
          <a:xfrm xmlns:a="http://schemas.openxmlformats.org/drawingml/2006/main">
            <a:off x="2074545" y="3818001"/>
            <a:ext cx="2209800" cy="999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get_ready_tasks(): List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mark_completed(task_id,</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output_summary=None): List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mark_failed(task_id, error_message,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retryable=True): None</a:t>
            </a:r>
          </a:p>
        </p:txBody>
      </p:sp>
      <p:sp>
        <p:nvSpPr>
          <p:cNvPr id="29" name="rect">
            <a:extLst xmlns:a="http://schemas.openxmlformats.org/drawingml/2006/main">
              <a:ext uri="{FF2B5EF4-FFF2-40B4-BE49-F238E27FC236}">
                <a16:creationId xmlns:a16="http://schemas.microsoft.com/office/drawing/2014/main" id="{7496B72B-2871-4544-860F-21CCB5DF0AB6}"/>
              </a:ext>
            </a:extLst>
          </p:cNvPr>
          <p:cNvSpPr>
            <a:spLocks xmlns:a="http://schemas.openxmlformats.org/drawingml/2006/main" noGrp="1"/>
          </p:cNvSpPr>
          <p:nvPr/>
        </p:nvSpPr>
        <p:spPr>
          <a:xfrm xmlns:a="http://schemas.openxmlformats.org/drawingml/2006/main">
            <a:off x="4897755" y="3333750"/>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0" name="Diagram connector">
            <a:extLst xmlns:a="http://schemas.openxmlformats.org/drawingml/2006/main">
              <a:ext uri="{FF2B5EF4-FFF2-40B4-BE49-F238E27FC236}">
                <a16:creationId xmlns:a16="http://schemas.microsoft.com/office/drawing/2014/main" id="{B6679FE6-D737-440B-8F82-82BABBA19332}"/>
              </a:ext>
            </a:extLst>
          </p:cNvPr>
          <p:cNvSpPr>
            <a:spLocks xmlns:a="http://schemas.openxmlformats.org/drawingml/2006/main" noGrp="1"/>
          </p:cNvSpPr>
          <p:nvPr/>
        </p:nvSpPr>
        <p:spPr>
          <a:xfrm xmlns:a="http://schemas.openxmlformats.org/drawingml/2006/main">
            <a:off x="4897755"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1" name="Diagram connector">
            <a:extLst xmlns:a="http://schemas.openxmlformats.org/drawingml/2006/main">
              <a:ext uri="{FF2B5EF4-FFF2-40B4-BE49-F238E27FC236}">
                <a16:creationId xmlns:a16="http://schemas.microsoft.com/office/drawing/2014/main" id="{436D22E9-3EA8-4F94-8D24-01EF6DB946A4}"/>
              </a:ext>
            </a:extLst>
          </p:cNvPr>
          <p:cNvSpPr>
            <a:spLocks xmlns:a="http://schemas.openxmlformats.org/drawingml/2006/main" noGrp="1"/>
          </p:cNvSpPr>
          <p:nvPr/>
        </p:nvSpPr>
        <p:spPr>
          <a:xfrm xmlns:a="http://schemas.openxmlformats.org/drawingml/2006/main">
            <a:off x="4897755" y="393515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2" name="TestRunner">
            <a:extLst xmlns:a="http://schemas.openxmlformats.org/drawingml/2006/main">
              <a:ext uri="{FF2B5EF4-FFF2-40B4-BE49-F238E27FC236}">
                <a16:creationId xmlns:a16="http://schemas.microsoft.com/office/drawing/2014/main" id="{9B8708BC-E3CC-40B7-9FDF-E5D2846765DF}"/>
              </a:ext>
            </a:extLst>
          </p:cNvPr>
          <p:cNvSpPr>
            <a:spLocks xmlns:a="http://schemas.openxmlformats.org/drawingml/2006/main" noGrp="1"/>
          </p:cNvSpPr>
          <p:nvPr/>
        </p:nvSpPr>
        <p:spPr>
          <a:xfrm xmlns:a="http://schemas.openxmlformats.org/drawingml/2006/main">
            <a:off x="4935855"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TestRunner</a:t>
            </a:r>
          </a:p>
        </p:txBody>
      </p:sp>
      <p:sp>
        <p:nvSpPr>
          <p:cNvPr id="33" name="+ workspace_root: Path&#10;+ executor: SafeCommandExecutor">
            <a:extLst xmlns:a="http://schemas.openxmlformats.org/drawingml/2006/main">
              <a:ext uri="{FF2B5EF4-FFF2-40B4-BE49-F238E27FC236}">
                <a16:creationId xmlns:a16="http://schemas.microsoft.com/office/drawing/2014/main" id="{A3890209-B7A6-42ED-9D44-44841BF7FEB4}"/>
              </a:ext>
            </a:extLst>
          </p:cNvPr>
          <p:cNvSpPr>
            <a:spLocks xmlns:a="http://schemas.openxmlformats.org/drawingml/2006/main" noGrp="1"/>
          </p:cNvSpPr>
          <p:nvPr/>
        </p:nvSpPr>
        <p:spPr>
          <a:xfrm xmlns:a="http://schemas.openxmlformats.org/drawingml/2006/main">
            <a:off x="4964430" y="3591497"/>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workspace_root: 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executor: SafeCommandExecutor</a:t>
            </a:r>
          </a:p>
        </p:txBody>
      </p:sp>
      <p:sp>
        <p:nvSpPr>
          <p:cNvPr id="34" name="+ run_backend_tests(test_path)&#10;+ run_frontend_build()&#10;+ run_acceptance">
            <a:extLst xmlns:a="http://schemas.openxmlformats.org/drawingml/2006/main">
              <a:ext uri="{FF2B5EF4-FFF2-40B4-BE49-F238E27FC236}">
                <a16:creationId xmlns:a16="http://schemas.microsoft.com/office/drawing/2014/main" id="{46083B19-E72F-47E8-A47E-76811C5B8116}"/>
              </a:ext>
            </a:extLst>
          </p:cNvPr>
          <p:cNvSpPr>
            <a:spLocks xmlns:a="http://schemas.openxmlformats.org/drawingml/2006/main" noGrp="1"/>
          </p:cNvSpPr>
          <p:nvPr/>
        </p:nvSpPr>
        <p:spPr>
          <a:xfrm xmlns:a="http://schemas.openxmlformats.org/drawingml/2006/main">
            <a:off x="4964430" y="3966401"/>
            <a:ext cx="2209800" cy="851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run_backend_tests(test_path)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run_frontend_build()</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run_acceptance(checks)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run_browser_checks(journeys)</a:t>
            </a:r>
          </a:p>
        </p:txBody>
      </p:sp>
      <p:sp>
        <p:nvSpPr>
          <p:cNvPr id="35" name="rect">
            <a:extLst xmlns:a="http://schemas.openxmlformats.org/drawingml/2006/main">
              <a:ext uri="{FF2B5EF4-FFF2-40B4-BE49-F238E27FC236}">
                <a16:creationId xmlns:a16="http://schemas.microsoft.com/office/drawing/2014/main" id="{1592071C-658E-45FE-9109-BF401255C2D3}"/>
              </a:ext>
            </a:extLst>
          </p:cNvPr>
          <p:cNvSpPr>
            <a:spLocks xmlns:a="http://schemas.openxmlformats.org/drawingml/2006/main" noGrp="1"/>
          </p:cNvSpPr>
          <p:nvPr/>
        </p:nvSpPr>
        <p:spPr>
          <a:xfrm xmlns:a="http://schemas.openxmlformats.org/drawingml/2006/main">
            <a:off x="7787640" y="3333750"/>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6" name="Diagram connector">
            <a:extLst xmlns:a="http://schemas.openxmlformats.org/drawingml/2006/main">
              <a:ext uri="{FF2B5EF4-FFF2-40B4-BE49-F238E27FC236}">
                <a16:creationId xmlns:a16="http://schemas.microsoft.com/office/drawing/2014/main" id="{7B0753DC-1378-4F2C-93D4-BE139EA1E903}"/>
              </a:ext>
            </a:extLst>
          </p:cNvPr>
          <p:cNvSpPr>
            <a:spLocks xmlns:a="http://schemas.openxmlformats.org/drawingml/2006/main" noGrp="1"/>
          </p:cNvSpPr>
          <p:nvPr/>
        </p:nvSpPr>
        <p:spPr>
          <a:xfrm xmlns:a="http://schemas.openxmlformats.org/drawingml/2006/main">
            <a:off x="778764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7" name="Diagram connector">
            <a:extLst xmlns:a="http://schemas.openxmlformats.org/drawingml/2006/main">
              <a:ext uri="{FF2B5EF4-FFF2-40B4-BE49-F238E27FC236}">
                <a16:creationId xmlns:a16="http://schemas.microsoft.com/office/drawing/2014/main" id="{1E4EF767-25CA-4B57-8802-9A5A3BB51F0C}"/>
              </a:ext>
            </a:extLst>
          </p:cNvPr>
          <p:cNvSpPr>
            <a:spLocks xmlns:a="http://schemas.openxmlformats.org/drawingml/2006/main" noGrp="1"/>
          </p:cNvSpPr>
          <p:nvPr/>
        </p:nvSpPr>
        <p:spPr>
          <a:xfrm xmlns:a="http://schemas.openxmlformats.org/drawingml/2006/main">
            <a:off x="7787640" y="393515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8" name="AgentToolContext">
            <a:extLst xmlns:a="http://schemas.openxmlformats.org/drawingml/2006/main">
              <a:ext uri="{FF2B5EF4-FFF2-40B4-BE49-F238E27FC236}">
                <a16:creationId xmlns:a16="http://schemas.microsoft.com/office/drawing/2014/main" id="{16D4D01E-4A24-4F77-8C91-BC555CC6218C}"/>
              </a:ext>
            </a:extLst>
          </p:cNvPr>
          <p:cNvSpPr>
            <a:spLocks xmlns:a="http://schemas.openxmlformats.org/drawingml/2006/main" noGrp="1"/>
          </p:cNvSpPr>
          <p:nvPr/>
        </p:nvSpPr>
        <p:spPr>
          <a:xfrm xmlns:a="http://schemas.openxmlformats.org/drawingml/2006/main">
            <a:off x="782574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AgentToolContext</a:t>
            </a:r>
          </a:p>
        </p:txBody>
      </p:sp>
      <p:sp>
        <p:nvSpPr>
          <p:cNvPr id="39" name="+ repo: RepositoryManager&#10;+ allowed_files: List[str]">
            <a:extLst xmlns:a="http://schemas.openxmlformats.org/drawingml/2006/main">
              <a:ext uri="{FF2B5EF4-FFF2-40B4-BE49-F238E27FC236}">
                <a16:creationId xmlns:a16="http://schemas.microsoft.com/office/drawing/2014/main" id="{C1288D15-C107-4555-BA2D-9B4FA3511D17}"/>
              </a:ext>
            </a:extLst>
          </p:cNvPr>
          <p:cNvSpPr>
            <a:spLocks xmlns:a="http://schemas.openxmlformats.org/drawingml/2006/main" noGrp="1"/>
          </p:cNvSpPr>
          <p:nvPr/>
        </p:nvSpPr>
        <p:spPr>
          <a:xfrm xmlns:a="http://schemas.openxmlformats.org/drawingml/2006/main">
            <a:off x="7854315" y="3591497"/>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repo: RepositoryManager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allowed_files: List[str]</a:t>
            </a:r>
          </a:p>
        </p:txBody>
      </p:sp>
      <p:sp>
        <p:nvSpPr>
          <p:cNvPr id="40" name="+ read_file(relative_path): str&#10;+ write_file(relative_path, content): ">
            <a:extLst xmlns:a="http://schemas.openxmlformats.org/drawingml/2006/main">
              <a:ext uri="{FF2B5EF4-FFF2-40B4-BE49-F238E27FC236}">
                <a16:creationId xmlns:a16="http://schemas.microsoft.com/office/drawing/2014/main" id="{941B087C-6048-4885-BACF-B481D04D7C77}"/>
              </a:ext>
            </a:extLst>
          </p:cNvPr>
          <p:cNvSpPr>
            <a:spLocks xmlns:a="http://schemas.openxmlformats.org/drawingml/2006/main" noGrp="1"/>
          </p:cNvSpPr>
          <p:nvPr/>
        </p:nvSpPr>
        <p:spPr>
          <a:xfrm xmlns:a="http://schemas.openxmlformats.org/drawingml/2006/main">
            <a:off x="7854315" y="3966401"/>
            <a:ext cx="2209800" cy="695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read_file(relative_path):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write_file(relative_path, content): str</a:t>
            </a:r>
          </a:p>
        </p:txBody>
      </p:sp>
      <p:sp>
        <p:nvSpPr>
          <p:cNvPr id="41" name="rect">
            <a:extLst xmlns:a="http://schemas.openxmlformats.org/drawingml/2006/main">
              <a:ext uri="{FF2B5EF4-FFF2-40B4-BE49-F238E27FC236}">
                <a16:creationId xmlns:a16="http://schemas.microsoft.com/office/drawing/2014/main" id="{4C737E75-6E72-4A3A-8927-A15DB9CCEA5A}"/>
              </a:ext>
            </a:extLst>
          </p:cNvPr>
          <p:cNvSpPr>
            <a:spLocks xmlns:a="http://schemas.openxmlformats.org/drawingml/2006/main" noGrp="1"/>
          </p:cNvSpPr>
          <p:nvPr/>
        </p:nvSpPr>
        <p:spPr>
          <a:xfrm xmlns:a="http://schemas.openxmlformats.org/drawingml/2006/main">
            <a:off x="2007870" y="5286375"/>
            <a:ext cx="2343150" cy="85915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2" name="Diagram connector">
            <a:extLst xmlns:a="http://schemas.openxmlformats.org/drawingml/2006/main">
              <a:ext uri="{FF2B5EF4-FFF2-40B4-BE49-F238E27FC236}">
                <a16:creationId xmlns:a16="http://schemas.microsoft.com/office/drawing/2014/main" id="{640BA5A8-3DB9-44CD-AA63-D4C0AD8EE8F5}"/>
              </a:ext>
            </a:extLst>
          </p:cNvPr>
          <p:cNvSpPr>
            <a:spLocks xmlns:a="http://schemas.openxmlformats.org/drawingml/2006/main" noGrp="1"/>
          </p:cNvSpPr>
          <p:nvPr/>
        </p:nvSpPr>
        <p:spPr>
          <a:xfrm xmlns:a="http://schemas.openxmlformats.org/drawingml/2006/main">
            <a:off x="2007870" y="551288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3" name="Diagram connector">
            <a:extLst xmlns:a="http://schemas.openxmlformats.org/drawingml/2006/main">
              <a:ext uri="{FF2B5EF4-FFF2-40B4-BE49-F238E27FC236}">
                <a16:creationId xmlns:a16="http://schemas.microsoft.com/office/drawing/2014/main" id="{188A3591-F37B-4AE6-B85E-7F6DB8A84924}"/>
              </a:ext>
            </a:extLst>
          </p:cNvPr>
          <p:cNvSpPr>
            <a:spLocks xmlns:a="http://schemas.openxmlformats.org/drawingml/2006/main" noGrp="1"/>
          </p:cNvSpPr>
          <p:nvPr/>
        </p:nvSpPr>
        <p:spPr>
          <a:xfrm xmlns:a="http://schemas.openxmlformats.org/drawingml/2006/main">
            <a:off x="2007870" y="603618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4" name="ImplementationTask">
            <a:extLst xmlns:a="http://schemas.openxmlformats.org/drawingml/2006/main">
              <a:ext uri="{FF2B5EF4-FFF2-40B4-BE49-F238E27FC236}">
                <a16:creationId xmlns:a16="http://schemas.microsoft.com/office/drawing/2014/main" id="{56ECD01A-BB89-4C58-BEC2-4B1DF4ECA263}"/>
              </a:ext>
            </a:extLst>
          </p:cNvPr>
          <p:cNvSpPr>
            <a:spLocks xmlns:a="http://schemas.openxmlformats.org/drawingml/2006/main" noGrp="1"/>
          </p:cNvSpPr>
          <p:nvPr/>
        </p:nvSpPr>
        <p:spPr>
          <a:xfrm xmlns:a="http://schemas.openxmlformats.org/drawingml/2006/main">
            <a:off x="2045970" y="532447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ImplementationTask</a:t>
            </a:r>
          </a:p>
        </p:txBody>
      </p:sp>
      <p:sp>
        <p:nvSpPr>
          <p:cNvPr id="45" name="+ task_id: str&#10;+ dependencies: List[str]&#10;+ status: TaskStatus">
            <a:extLst xmlns:a="http://schemas.openxmlformats.org/drawingml/2006/main">
              <a:ext uri="{FF2B5EF4-FFF2-40B4-BE49-F238E27FC236}">
                <a16:creationId xmlns:a16="http://schemas.microsoft.com/office/drawing/2014/main" id="{8446C6A5-88EB-459C-882A-FB72054C332B}"/>
              </a:ext>
            </a:extLst>
          </p:cNvPr>
          <p:cNvSpPr>
            <a:spLocks xmlns:a="http://schemas.openxmlformats.org/drawingml/2006/main" noGrp="1"/>
          </p:cNvSpPr>
          <p:nvPr/>
        </p:nvSpPr>
        <p:spPr>
          <a:xfrm xmlns:a="http://schemas.openxmlformats.org/drawingml/2006/main">
            <a:off x="2074545" y="5544121"/>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task_id: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dependencies: List[str]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status: TaskStatus</a:t>
            </a:r>
          </a:p>
        </p:txBody>
      </p:sp>
      <p:sp>
        <p:nvSpPr>
          <p:cNvPr id="46" name="">
            <a:extLst xmlns:a="http://schemas.openxmlformats.org/drawingml/2006/main">
              <a:ext uri="{FF2B5EF4-FFF2-40B4-BE49-F238E27FC236}">
                <a16:creationId xmlns:a16="http://schemas.microsoft.com/office/drawing/2014/main" id="{9D30D35D-FA3B-49B2-B4C2-1E3469A03AEA}"/>
              </a:ext>
            </a:extLst>
          </p:cNvPr>
          <p:cNvSpPr>
            <a:spLocks xmlns:a="http://schemas.openxmlformats.org/drawingml/2006/main" noGrp="1"/>
          </p:cNvSpPr>
          <p:nvPr/>
        </p:nvSpPr>
        <p:spPr>
          <a:xfrm xmlns:a="http://schemas.openxmlformats.org/drawingml/2006/main">
            <a:off x="2074545" y="6067425"/>
            <a:ext cx="2209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7" name="rect">
            <a:extLst xmlns:a="http://schemas.openxmlformats.org/drawingml/2006/main">
              <a:ext uri="{FF2B5EF4-FFF2-40B4-BE49-F238E27FC236}">
                <a16:creationId xmlns:a16="http://schemas.microsoft.com/office/drawing/2014/main" id="{D2121BD9-B0A6-435A-96FB-9A9E6AEBC40C}"/>
              </a:ext>
            </a:extLst>
          </p:cNvPr>
          <p:cNvSpPr>
            <a:spLocks xmlns:a="http://schemas.openxmlformats.org/drawingml/2006/main" noGrp="1"/>
          </p:cNvSpPr>
          <p:nvPr/>
        </p:nvSpPr>
        <p:spPr>
          <a:xfrm xmlns:a="http://schemas.openxmlformats.org/drawingml/2006/main">
            <a:off x="4897755" y="5130165"/>
            <a:ext cx="2343150" cy="101536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8" name="Diagram connector">
            <a:extLst xmlns:a="http://schemas.openxmlformats.org/drawingml/2006/main">
              <a:ext uri="{FF2B5EF4-FFF2-40B4-BE49-F238E27FC236}">
                <a16:creationId xmlns:a16="http://schemas.microsoft.com/office/drawing/2014/main" id="{26B2A89D-C053-4964-B7EF-4BD13F613E9C}"/>
              </a:ext>
            </a:extLst>
          </p:cNvPr>
          <p:cNvSpPr>
            <a:spLocks xmlns:a="http://schemas.openxmlformats.org/drawingml/2006/main" noGrp="1"/>
          </p:cNvSpPr>
          <p:nvPr/>
        </p:nvSpPr>
        <p:spPr>
          <a:xfrm xmlns:a="http://schemas.openxmlformats.org/drawingml/2006/main">
            <a:off x="4897755" y="535666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9" name="Diagram connector">
            <a:extLst xmlns:a="http://schemas.openxmlformats.org/drawingml/2006/main">
              <a:ext uri="{FF2B5EF4-FFF2-40B4-BE49-F238E27FC236}">
                <a16:creationId xmlns:a16="http://schemas.microsoft.com/office/drawing/2014/main" id="{2F7AB3AC-90AB-4ACD-B9C3-3A5EC90C4489}"/>
              </a:ext>
            </a:extLst>
          </p:cNvPr>
          <p:cNvSpPr>
            <a:spLocks xmlns:a="http://schemas.openxmlformats.org/drawingml/2006/main" noGrp="1"/>
          </p:cNvSpPr>
          <p:nvPr/>
        </p:nvSpPr>
        <p:spPr>
          <a:xfrm xmlns:a="http://schemas.openxmlformats.org/drawingml/2006/main">
            <a:off x="4897755" y="558317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0" name="SafeCommandExecutor">
            <a:extLst xmlns:a="http://schemas.openxmlformats.org/drawingml/2006/main">
              <a:ext uri="{FF2B5EF4-FFF2-40B4-BE49-F238E27FC236}">
                <a16:creationId xmlns:a16="http://schemas.microsoft.com/office/drawing/2014/main" id="{C7200A14-9164-4DA4-BDD4-0197AAE473E2}"/>
              </a:ext>
            </a:extLst>
          </p:cNvPr>
          <p:cNvSpPr>
            <a:spLocks xmlns:a="http://schemas.openxmlformats.org/drawingml/2006/main" noGrp="1"/>
          </p:cNvSpPr>
          <p:nvPr/>
        </p:nvSpPr>
        <p:spPr>
          <a:xfrm xmlns:a="http://schemas.openxmlformats.org/drawingml/2006/main">
            <a:off x="4935855" y="516826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SafeCommandExecutor</a:t>
            </a:r>
          </a:p>
        </p:txBody>
      </p:sp>
      <p:sp>
        <p:nvSpPr>
          <p:cNvPr id="51" name="+ image: str">
            <a:extLst xmlns:a="http://schemas.openxmlformats.org/drawingml/2006/main">
              <a:ext uri="{FF2B5EF4-FFF2-40B4-BE49-F238E27FC236}">
                <a16:creationId xmlns:a16="http://schemas.microsoft.com/office/drawing/2014/main" id="{3D9677F9-BCB4-470F-B285-319C2B3715F4}"/>
              </a:ext>
            </a:extLst>
          </p:cNvPr>
          <p:cNvSpPr>
            <a:spLocks xmlns:a="http://schemas.openxmlformats.org/drawingml/2006/main" noGrp="1"/>
          </p:cNvSpPr>
          <p:nvPr/>
        </p:nvSpPr>
        <p:spPr>
          <a:xfrm xmlns:a="http://schemas.openxmlformats.org/drawingml/2006/main">
            <a:off x="4964430" y="5387911"/>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image: str</a:t>
            </a:r>
          </a:p>
        </p:txBody>
      </p:sp>
      <p:sp>
        <p:nvSpPr>
          <p:cNvPr id="52" name="+ preflight(): tuple&#10;+ execute(command_str, ...):&#10;    ExecutionResult">
            <a:extLst xmlns:a="http://schemas.openxmlformats.org/drawingml/2006/main">
              <a:ext uri="{FF2B5EF4-FFF2-40B4-BE49-F238E27FC236}">
                <a16:creationId xmlns:a16="http://schemas.microsoft.com/office/drawing/2014/main" id="{12F2C89D-8426-4B5F-BD19-93909D40AF19}"/>
              </a:ext>
            </a:extLst>
          </p:cNvPr>
          <p:cNvSpPr>
            <a:spLocks xmlns:a="http://schemas.openxmlformats.org/drawingml/2006/main" noGrp="1"/>
          </p:cNvSpPr>
          <p:nvPr/>
        </p:nvSpPr>
        <p:spPr>
          <a:xfrm xmlns:a="http://schemas.openxmlformats.org/drawingml/2006/main">
            <a:off x="4964430" y="5614416"/>
            <a:ext cx="2209800" cy="5311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preflight(): tuple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execute(command_str, ...):</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ExecutionResult</a:t>
            </a:r>
          </a:p>
        </p:txBody>
      </p:sp>
      <p:sp>
        <p:nvSpPr>
          <p:cNvPr id="53" name="rect">
            <a:extLst xmlns:a="http://schemas.openxmlformats.org/drawingml/2006/main">
              <a:ext uri="{FF2B5EF4-FFF2-40B4-BE49-F238E27FC236}">
                <a16:creationId xmlns:a16="http://schemas.microsoft.com/office/drawing/2014/main" id="{A24E2A0D-48D9-4BC6-8173-DEEF3170A296}"/>
              </a:ext>
            </a:extLst>
          </p:cNvPr>
          <p:cNvSpPr>
            <a:spLocks xmlns:a="http://schemas.openxmlformats.org/drawingml/2006/main" noGrp="1"/>
          </p:cNvSpPr>
          <p:nvPr/>
        </p:nvSpPr>
        <p:spPr>
          <a:xfrm xmlns:a="http://schemas.openxmlformats.org/drawingml/2006/main">
            <a:off x="7787640" y="5208270"/>
            <a:ext cx="2343150" cy="937260"/>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54" name="Diagram connector">
            <a:extLst xmlns:a="http://schemas.openxmlformats.org/drawingml/2006/main">
              <a:ext uri="{FF2B5EF4-FFF2-40B4-BE49-F238E27FC236}">
                <a16:creationId xmlns:a16="http://schemas.microsoft.com/office/drawing/2014/main" id="{1E245748-66FB-4025-925D-6B41EAEE3A4F}"/>
              </a:ext>
            </a:extLst>
          </p:cNvPr>
          <p:cNvSpPr>
            <a:spLocks xmlns:a="http://schemas.openxmlformats.org/drawingml/2006/main" noGrp="1"/>
          </p:cNvSpPr>
          <p:nvPr/>
        </p:nvSpPr>
        <p:spPr>
          <a:xfrm xmlns:a="http://schemas.openxmlformats.org/drawingml/2006/main">
            <a:off x="7787640" y="543477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5" name="Diagram connector">
            <a:extLst xmlns:a="http://schemas.openxmlformats.org/drawingml/2006/main">
              <a:ext uri="{FF2B5EF4-FFF2-40B4-BE49-F238E27FC236}">
                <a16:creationId xmlns:a16="http://schemas.microsoft.com/office/drawing/2014/main" id="{3B849505-6579-424F-867A-38E9902E4B94}"/>
              </a:ext>
            </a:extLst>
          </p:cNvPr>
          <p:cNvSpPr>
            <a:spLocks xmlns:a="http://schemas.openxmlformats.org/drawingml/2006/main" noGrp="1"/>
          </p:cNvSpPr>
          <p:nvPr/>
        </p:nvSpPr>
        <p:spPr>
          <a:xfrm xmlns:a="http://schemas.openxmlformats.org/drawingml/2006/main">
            <a:off x="7787640" y="566127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6" name="RepositoryManager">
            <a:extLst xmlns:a="http://schemas.openxmlformats.org/drawingml/2006/main">
              <a:ext uri="{FF2B5EF4-FFF2-40B4-BE49-F238E27FC236}">
                <a16:creationId xmlns:a16="http://schemas.microsoft.com/office/drawing/2014/main" id="{074B1D91-C2BE-4DCB-A60C-B78FB63EE838}"/>
              </a:ext>
            </a:extLst>
          </p:cNvPr>
          <p:cNvSpPr>
            <a:spLocks xmlns:a="http://schemas.openxmlformats.org/drawingml/2006/main" noGrp="1"/>
          </p:cNvSpPr>
          <p:nvPr/>
        </p:nvSpPr>
        <p:spPr>
          <a:xfrm xmlns:a="http://schemas.openxmlformats.org/drawingml/2006/main">
            <a:off x="7825740" y="524637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RepositoryManager</a:t>
            </a:r>
          </a:p>
        </p:txBody>
      </p:sp>
      <p:sp>
        <p:nvSpPr>
          <p:cNvPr id="57" name="+ workspace_root: Path">
            <a:extLst xmlns:a="http://schemas.openxmlformats.org/drawingml/2006/main">
              <a:ext uri="{FF2B5EF4-FFF2-40B4-BE49-F238E27FC236}">
                <a16:creationId xmlns:a16="http://schemas.microsoft.com/office/drawing/2014/main" id="{34D5C2E1-7AB3-4ADE-AD85-B541F453EE4F}"/>
              </a:ext>
            </a:extLst>
          </p:cNvPr>
          <p:cNvSpPr>
            <a:spLocks xmlns:a="http://schemas.openxmlformats.org/drawingml/2006/main" noGrp="1"/>
          </p:cNvSpPr>
          <p:nvPr/>
        </p:nvSpPr>
        <p:spPr>
          <a:xfrm xmlns:a="http://schemas.openxmlformats.org/drawingml/2006/main">
            <a:off x="7854315" y="5466016"/>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workspace_root: Path</a:t>
            </a:r>
          </a:p>
        </p:txBody>
      </p:sp>
      <p:sp>
        <p:nvSpPr>
          <p:cNvPr id="58" name="+ write_task_file(...): Path&#10;+ create_checkpoint(...): bool">
            <a:extLst xmlns:a="http://schemas.openxmlformats.org/drawingml/2006/main">
              <a:ext uri="{FF2B5EF4-FFF2-40B4-BE49-F238E27FC236}">
                <a16:creationId xmlns:a16="http://schemas.microsoft.com/office/drawing/2014/main" id="{C9CE8A80-D147-4322-AE27-BEF8134DA745}"/>
              </a:ext>
            </a:extLst>
          </p:cNvPr>
          <p:cNvSpPr>
            <a:spLocks xmlns:a="http://schemas.openxmlformats.org/drawingml/2006/main" noGrp="1"/>
          </p:cNvSpPr>
          <p:nvPr/>
        </p:nvSpPr>
        <p:spPr>
          <a:xfrm xmlns:a="http://schemas.openxmlformats.org/drawingml/2006/main">
            <a:off x="7854315" y="5692521"/>
            <a:ext cx="2209800" cy="4530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write_task_file(...): 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create_checkpoint(...): bool</a:t>
            </a:r>
          </a:p>
        </p:txBody>
      </p:sp>
      <p:sp>
        <p:nvSpPr>
          <p:cNvPr id="59" name="Diagram connector">
            <a:extLst xmlns:a="http://schemas.openxmlformats.org/drawingml/2006/main">
              <a:ext uri="{FF2B5EF4-FFF2-40B4-BE49-F238E27FC236}">
                <a16:creationId xmlns:a16="http://schemas.microsoft.com/office/drawing/2014/main" id="{120026E3-5CF6-4253-9440-65DD9B51CD70}"/>
              </a:ext>
            </a:extLst>
          </p:cNvPr>
          <p:cNvSpPr>
            <a:spLocks xmlns:a="http://schemas.openxmlformats.org/drawingml/2006/main" noGrp="1"/>
          </p:cNvSpPr>
          <p:nvPr/>
        </p:nvSpPr>
        <p:spPr>
          <a:xfrm xmlns:a="http://schemas.openxmlformats.org/drawingml/2006/main">
            <a:off x="4351020" y="2045018"/>
            <a:ext cx="546735" cy="9525"/>
          </a:xfrm>
          <a:custGeom xmlns:a="http://schemas.openxmlformats.org/drawingml/2006/main">
            <a:pathLst>
              <a:path w="546735" h="9525">
                <a:moveTo>
                  <a:pt x="546735" y="0"/>
                </a:moveTo>
                <a:lnTo>
                  <a:pt x="0" y="0"/>
                </a:lnTo>
              </a:path>
            </a:pathLst>
          </a:custGeom>
          <a:noFill xmlns:a="http://schemas.openxmlformats.org/drawingml/2006/main"/>
          <a:ln xmlns:a="http://schemas.openxmlformats.org/drawingml/2006/main" w="12383">
            <a:solidFill>
              <a:srgbClr val="132C43"/>
            </a:solidFill>
            <a:prstDash val="dash"/>
          </a:ln>
        </p:spPr>
      </p:sp>
      <p:sp>
        <p:nvSpPr>
          <p:cNvPr id="60" name="Diagram connector">
            <a:extLst xmlns:a="http://schemas.openxmlformats.org/drawingml/2006/main">
              <a:ext uri="{FF2B5EF4-FFF2-40B4-BE49-F238E27FC236}">
                <a16:creationId xmlns:a16="http://schemas.microsoft.com/office/drawing/2014/main" id="{F98029E4-9F52-41BC-9A0C-A1E8014CF044}"/>
              </a:ext>
            </a:extLst>
          </p:cNvPr>
          <p:cNvSpPr>
            <a:spLocks xmlns:a="http://schemas.openxmlformats.org/drawingml/2006/main" noGrp="1"/>
          </p:cNvSpPr>
          <p:nvPr/>
        </p:nvSpPr>
        <p:spPr>
          <a:xfrm xmlns:a="http://schemas.openxmlformats.org/drawingml/2006/main">
            <a:off x="4351020" y="2006918"/>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1" name="«create»">
            <a:extLst xmlns:a="http://schemas.openxmlformats.org/drawingml/2006/main">
              <a:ext uri="{FF2B5EF4-FFF2-40B4-BE49-F238E27FC236}">
                <a16:creationId xmlns:a16="http://schemas.microsoft.com/office/drawing/2014/main" id="{922AB470-8808-48E1-B9F6-397E08534F1B}"/>
              </a:ext>
            </a:extLst>
          </p:cNvPr>
          <p:cNvSpPr>
            <a:spLocks xmlns:a="http://schemas.openxmlformats.org/drawingml/2006/main" noGrp="1"/>
          </p:cNvSpPr>
          <p:nvPr/>
        </p:nvSpPr>
        <p:spPr>
          <a:xfrm xmlns:a="http://schemas.openxmlformats.org/drawingml/2006/main">
            <a:off x="4669155" y="1825943"/>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62" name="Diagram connector">
            <a:extLst xmlns:a="http://schemas.openxmlformats.org/drawingml/2006/main">
              <a:ext uri="{FF2B5EF4-FFF2-40B4-BE49-F238E27FC236}">
                <a16:creationId xmlns:a16="http://schemas.microsoft.com/office/drawing/2014/main" id="{E68F4521-3495-4DC9-B1D9-4F37B1F37591}"/>
              </a:ext>
            </a:extLst>
          </p:cNvPr>
          <p:cNvSpPr>
            <a:spLocks xmlns:a="http://schemas.openxmlformats.org/drawingml/2006/main" noGrp="1"/>
          </p:cNvSpPr>
          <p:nvPr/>
        </p:nvSpPr>
        <p:spPr>
          <a:xfrm xmlns:a="http://schemas.openxmlformats.org/drawingml/2006/main">
            <a:off x="4351020" y="2513648"/>
            <a:ext cx="546735" cy="1483995"/>
          </a:xfrm>
          <a:custGeom xmlns:a="http://schemas.openxmlformats.org/drawingml/2006/main">
            <a:pathLst>
              <a:path w="546735" h="1483995">
                <a:moveTo>
                  <a:pt x="546735" y="0"/>
                </a:moveTo>
                <a:lnTo>
                  <a:pt x="234315" y="0"/>
                </a:lnTo>
                <a:lnTo>
                  <a:pt x="234315" y="1483995"/>
                </a:lnTo>
                <a:lnTo>
                  <a:pt x="0" y="1483995"/>
                </a:lnTo>
              </a:path>
            </a:pathLst>
          </a:custGeom>
          <a:noFill xmlns:a="http://schemas.openxmlformats.org/drawingml/2006/main"/>
          <a:ln xmlns:a="http://schemas.openxmlformats.org/drawingml/2006/main" w="12383">
            <a:solidFill>
              <a:srgbClr val="132C43"/>
            </a:solidFill>
            <a:prstDash val="dash"/>
          </a:ln>
        </p:spPr>
      </p:sp>
      <p:sp>
        <p:nvSpPr>
          <p:cNvPr id="63" name="Diagram connector">
            <a:extLst xmlns:a="http://schemas.openxmlformats.org/drawingml/2006/main">
              <a:ext uri="{FF2B5EF4-FFF2-40B4-BE49-F238E27FC236}">
                <a16:creationId xmlns:a16="http://schemas.microsoft.com/office/drawing/2014/main" id="{9F3F5D7F-C72D-4490-B622-1D304B5AD9DE}"/>
              </a:ext>
            </a:extLst>
          </p:cNvPr>
          <p:cNvSpPr>
            <a:spLocks xmlns:a="http://schemas.openxmlformats.org/drawingml/2006/main" noGrp="1"/>
          </p:cNvSpPr>
          <p:nvPr/>
        </p:nvSpPr>
        <p:spPr>
          <a:xfrm xmlns:a="http://schemas.openxmlformats.org/drawingml/2006/main">
            <a:off x="4351020" y="3959543"/>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4" name="«create»">
            <a:extLst xmlns:a="http://schemas.openxmlformats.org/drawingml/2006/main">
              <a:ext uri="{FF2B5EF4-FFF2-40B4-BE49-F238E27FC236}">
                <a16:creationId xmlns:a16="http://schemas.microsoft.com/office/drawing/2014/main" id="{3C31E6CD-CE99-4ABF-A12D-FDF495754D76}"/>
              </a:ext>
            </a:extLst>
          </p:cNvPr>
          <p:cNvSpPr>
            <a:spLocks xmlns:a="http://schemas.openxmlformats.org/drawingml/2006/main" noGrp="1"/>
          </p:cNvSpPr>
          <p:nvPr/>
        </p:nvSpPr>
        <p:spPr>
          <a:xfrm xmlns:a="http://schemas.openxmlformats.org/drawingml/2006/main">
            <a:off x="4356735" y="2294573"/>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65" name="Diagram connector">
            <a:extLst xmlns:a="http://schemas.openxmlformats.org/drawingml/2006/main">
              <a:ext uri="{FF2B5EF4-FFF2-40B4-BE49-F238E27FC236}">
                <a16:creationId xmlns:a16="http://schemas.microsoft.com/office/drawing/2014/main" id="{03944F3E-2054-415E-B38C-6496D6C7B693}"/>
              </a:ext>
            </a:extLst>
          </p:cNvPr>
          <p:cNvSpPr>
            <a:spLocks xmlns:a="http://schemas.openxmlformats.org/drawingml/2006/main" noGrp="1"/>
          </p:cNvSpPr>
          <p:nvPr/>
        </p:nvSpPr>
        <p:spPr>
          <a:xfrm xmlns:a="http://schemas.openxmlformats.org/drawingml/2006/main">
            <a:off x="7240905" y="2045018"/>
            <a:ext cx="546735" cy="9525"/>
          </a:xfrm>
          <a:custGeom xmlns:a="http://schemas.openxmlformats.org/drawingml/2006/main">
            <a:pathLst>
              <a:path w="546735" h="9525">
                <a:moveTo>
                  <a:pt x="0" y="0"/>
                </a:moveTo>
                <a:lnTo>
                  <a:pt x="546735" y="0"/>
                </a:lnTo>
              </a:path>
            </a:pathLst>
          </a:custGeom>
          <a:noFill xmlns:a="http://schemas.openxmlformats.org/drawingml/2006/main"/>
          <a:ln xmlns:a="http://schemas.openxmlformats.org/drawingml/2006/main" w="12383">
            <a:solidFill>
              <a:srgbClr val="132C43"/>
            </a:solidFill>
            <a:prstDash val="solid"/>
          </a:ln>
        </p:spPr>
      </p:sp>
      <p:sp>
        <p:nvSpPr>
          <p:cNvPr id="66" name="Diagram connector">
            <a:extLst xmlns:a="http://schemas.openxmlformats.org/drawingml/2006/main">
              <a:ext uri="{FF2B5EF4-FFF2-40B4-BE49-F238E27FC236}">
                <a16:creationId xmlns:a16="http://schemas.microsoft.com/office/drawing/2014/main" id="{158DF5B2-3831-4801-AC98-3AB9019FE6A0}"/>
              </a:ext>
            </a:extLst>
          </p:cNvPr>
          <p:cNvSpPr>
            <a:spLocks xmlns:a="http://schemas.openxmlformats.org/drawingml/2006/main" noGrp="1"/>
          </p:cNvSpPr>
          <p:nvPr/>
        </p:nvSpPr>
        <p:spPr>
          <a:xfrm xmlns:a="http://schemas.openxmlformats.org/drawingml/2006/main">
            <a:off x="7240905" y="2006918"/>
            <a:ext cx="133350" cy="76200"/>
          </a:xfrm>
          <a:custGeom xmlns:a="http://schemas.openxmlformats.org/drawingml/2006/main">
            <a:pathLst>
              <a:path w="133350" h="76200">
                <a:moveTo>
                  <a:pt x="0" y="38100"/>
                </a:moveTo>
                <a:lnTo>
                  <a:pt x="66675" y="76200"/>
                </a:lnTo>
                <a:lnTo>
                  <a:pt x="133350" y="38100"/>
                </a:lnTo>
                <a:lnTo>
                  <a:pt x="66675"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7" name="1">
            <a:extLst xmlns:a="http://schemas.openxmlformats.org/drawingml/2006/main">
              <a:ext uri="{FF2B5EF4-FFF2-40B4-BE49-F238E27FC236}">
                <a16:creationId xmlns:a16="http://schemas.microsoft.com/office/drawing/2014/main" id="{BDE2CC77-FDF4-49CE-8A01-F8F907A53DF1}"/>
              </a:ext>
            </a:extLst>
          </p:cNvPr>
          <p:cNvSpPr>
            <a:spLocks xmlns:a="http://schemas.openxmlformats.org/drawingml/2006/main" noGrp="1"/>
          </p:cNvSpPr>
          <p:nvPr/>
        </p:nvSpPr>
        <p:spPr>
          <a:xfrm xmlns:a="http://schemas.openxmlformats.org/drawingml/2006/main">
            <a:off x="7520940" y="1854518"/>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68" name="Diagram connector">
            <a:extLst xmlns:a="http://schemas.openxmlformats.org/drawingml/2006/main">
              <a:ext uri="{FF2B5EF4-FFF2-40B4-BE49-F238E27FC236}">
                <a16:creationId xmlns:a16="http://schemas.microsoft.com/office/drawing/2014/main" id="{E1066517-167F-468B-B081-CF6224ED4DB2}"/>
              </a:ext>
            </a:extLst>
          </p:cNvPr>
          <p:cNvSpPr>
            <a:spLocks xmlns:a="http://schemas.openxmlformats.org/drawingml/2006/main" noGrp="1"/>
          </p:cNvSpPr>
          <p:nvPr/>
        </p:nvSpPr>
        <p:spPr>
          <a:xfrm xmlns:a="http://schemas.openxmlformats.org/drawingml/2006/main">
            <a:off x="6069330" y="2865120"/>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3D59208D-516A-48AE-9673-92ABE695C895}"/>
              </a:ext>
            </a:extLst>
          </p:cNvPr>
          <p:cNvSpPr>
            <a:spLocks xmlns:a="http://schemas.openxmlformats.org/drawingml/2006/main" noGrp="1"/>
          </p:cNvSpPr>
          <p:nvPr/>
        </p:nvSpPr>
        <p:spPr>
          <a:xfrm xmlns:a="http://schemas.openxmlformats.org/drawingml/2006/main">
            <a:off x="6031230" y="2865120"/>
            <a:ext cx="76200" cy="133350"/>
          </a:xfrm>
          <a:custGeom xmlns:a="http://schemas.openxmlformats.org/drawingml/2006/main">
            <a:pathLst>
              <a:path w="76200" h="133350">
                <a:moveTo>
                  <a:pt x="38100" y="0"/>
                </a:moveTo>
                <a:lnTo>
                  <a:pt x="0" y="66675"/>
                </a:lnTo>
                <a:lnTo>
                  <a:pt x="38100" y="133350"/>
                </a:lnTo>
                <a:lnTo>
                  <a:pt x="76200" y="66675"/>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1">
            <a:extLst xmlns:a="http://schemas.openxmlformats.org/drawingml/2006/main">
              <a:ext uri="{FF2B5EF4-FFF2-40B4-BE49-F238E27FC236}">
                <a16:creationId xmlns:a16="http://schemas.microsoft.com/office/drawing/2014/main" id="{0C54CE47-A63F-4D91-9FB1-4D5F72E23096}"/>
              </a:ext>
            </a:extLst>
          </p:cNvPr>
          <p:cNvSpPr>
            <a:spLocks xmlns:a="http://schemas.openxmlformats.org/drawingml/2006/main" noGrp="1"/>
          </p:cNvSpPr>
          <p:nvPr/>
        </p:nvSpPr>
        <p:spPr>
          <a:xfrm xmlns:a="http://schemas.openxmlformats.org/drawingml/2006/main">
            <a:off x="5802630" y="3143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1" name="Diagram connector">
            <a:extLst xmlns:a="http://schemas.openxmlformats.org/drawingml/2006/main">
              <a:ext uri="{FF2B5EF4-FFF2-40B4-BE49-F238E27FC236}">
                <a16:creationId xmlns:a16="http://schemas.microsoft.com/office/drawing/2014/main" id="{BB47129B-16D8-4AEE-8D70-88AC74C30363}"/>
              </a:ext>
            </a:extLst>
          </p:cNvPr>
          <p:cNvSpPr>
            <a:spLocks xmlns:a="http://schemas.openxmlformats.org/drawingml/2006/main" noGrp="1"/>
          </p:cNvSpPr>
          <p:nvPr/>
        </p:nvSpPr>
        <p:spPr>
          <a:xfrm xmlns:a="http://schemas.openxmlformats.org/drawingml/2006/main">
            <a:off x="3179445" y="2708910"/>
            <a:ext cx="9525" cy="624840"/>
          </a:xfrm>
          <a:custGeom xmlns:a="http://schemas.openxmlformats.org/drawingml/2006/main">
            <a:pathLst>
              <a:path w="9525" h="624840">
                <a:moveTo>
                  <a:pt x="0" y="624840"/>
                </a:moveTo>
                <a:lnTo>
                  <a:pt x="0" y="0"/>
                </a:lnTo>
              </a:path>
            </a:pathLst>
          </a:custGeom>
          <a:noFill xmlns:a="http://schemas.openxmlformats.org/drawingml/2006/main"/>
          <a:ln xmlns:a="http://schemas.openxmlformats.org/drawingml/2006/main" w="12383">
            <a:solidFill>
              <a:srgbClr val="132C43"/>
            </a:solidFill>
            <a:prstDash val="solid"/>
          </a:ln>
        </p:spPr>
      </p:sp>
      <p:sp>
        <p:nvSpPr>
          <p:cNvPr id="72" name="Diagram connector">
            <a:extLst xmlns:a="http://schemas.openxmlformats.org/drawingml/2006/main">
              <a:ext uri="{FF2B5EF4-FFF2-40B4-BE49-F238E27FC236}">
                <a16:creationId xmlns:a16="http://schemas.microsoft.com/office/drawing/2014/main" id="{0F8A493A-500F-485D-8504-5F1D8802E0CB}"/>
              </a:ext>
            </a:extLst>
          </p:cNvPr>
          <p:cNvSpPr>
            <a:spLocks xmlns:a="http://schemas.openxmlformats.org/drawingml/2006/main" noGrp="1"/>
          </p:cNvSpPr>
          <p:nvPr/>
        </p:nvSpPr>
        <p:spPr>
          <a:xfrm xmlns:a="http://schemas.openxmlformats.org/drawingml/2006/main">
            <a:off x="3141345" y="2708910"/>
            <a:ext cx="76200" cy="95250"/>
          </a:xfrm>
          <a:custGeom xmlns:a="http://schemas.openxmlformats.org/drawingml/2006/main">
            <a:pathLst>
              <a:path w="76200" h="95250">
                <a:moveTo>
                  <a:pt x="0" y="95250"/>
                </a:moveTo>
                <a:lnTo>
                  <a:pt x="38100" y="0"/>
                </a:lnTo>
                <a:lnTo>
                  <a:pt x="76200" y="95250"/>
                </a:lnTo>
              </a:path>
            </a:pathLst>
          </a:custGeom>
          <a:noFill xmlns:a="http://schemas.openxmlformats.org/drawingml/2006/main"/>
          <a:ln xmlns:a="http://schemas.openxmlformats.org/drawingml/2006/main" w="12383">
            <a:solidFill>
              <a:srgbClr val="132C43"/>
            </a:solidFill>
            <a:prstDash val="solid"/>
          </a:ln>
        </p:spPr>
      </p:sp>
      <p:sp>
        <p:nvSpPr>
          <p:cNvPr id="73" name="1">
            <a:extLst xmlns:a="http://schemas.openxmlformats.org/drawingml/2006/main">
              <a:ext uri="{FF2B5EF4-FFF2-40B4-BE49-F238E27FC236}">
                <a16:creationId xmlns:a16="http://schemas.microsoft.com/office/drawing/2014/main" id="{AED79A3F-EB18-47EF-8131-6ACC2820C54F}"/>
              </a:ext>
            </a:extLst>
          </p:cNvPr>
          <p:cNvSpPr>
            <a:spLocks xmlns:a="http://schemas.openxmlformats.org/drawingml/2006/main" noGrp="1"/>
          </p:cNvSpPr>
          <p:nvPr/>
        </p:nvSpPr>
        <p:spPr>
          <a:xfrm xmlns:a="http://schemas.openxmlformats.org/drawingml/2006/main">
            <a:off x="2912745" y="251841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4" name="Diagram connector">
            <a:extLst xmlns:a="http://schemas.openxmlformats.org/drawingml/2006/main">
              <a:ext uri="{FF2B5EF4-FFF2-40B4-BE49-F238E27FC236}">
                <a16:creationId xmlns:a16="http://schemas.microsoft.com/office/drawing/2014/main" id="{8F26408A-7BCB-4010-B613-E975588447AB}"/>
              </a:ext>
            </a:extLst>
          </p:cNvPr>
          <p:cNvSpPr>
            <a:spLocks xmlns:a="http://schemas.openxmlformats.org/drawingml/2006/main" noGrp="1"/>
          </p:cNvSpPr>
          <p:nvPr/>
        </p:nvSpPr>
        <p:spPr>
          <a:xfrm xmlns:a="http://schemas.openxmlformats.org/drawingml/2006/main">
            <a:off x="1867281" y="2318385"/>
            <a:ext cx="140589" cy="3397568"/>
          </a:xfrm>
          <a:custGeom xmlns:a="http://schemas.openxmlformats.org/drawingml/2006/main">
            <a:pathLst>
              <a:path w="140589" h="3397568">
                <a:moveTo>
                  <a:pt x="140589" y="0"/>
                </a:moveTo>
                <a:lnTo>
                  <a:pt x="0" y="0"/>
                </a:lnTo>
                <a:lnTo>
                  <a:pt x="0" y="3397568"/>
                </a:lnTo>
                <a:lnTo>
                  <a:pt x="140589" y="3397568"/>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F542EAFA-FD97-46C9-B68B-B33D0CC3B3ED}"/>
              </a:ext>
            </a:extLst>
          </p:cNvPr>
          <p:cNvSpPr>
            <a:spLocks xmlns:a="http://schemas.openxmlformats.org/drawingml/2006/main" noGrp="1"/>
          </p:cNvSpPr>
          <p:nvPr/>
        </p:nvSpPr>
        <p:spPr>
          <a:xfrm xmlns:a="http://schemas.openxmlformats.org/drawingml/2006/main">
            <a:off x="1912620" y="5677853"/>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76" name="0..*">
            <a:extLst xmlns:a="http://schemas.openxmlformats.org/drawingml/2006/main">
              <a:ext uri="{FF2B5EF4-FFF2-40B4-BE49-F238E27FC236}">
                <a16:creationId xmlns:a16="http://schemas.microsoft.com/office/drawing/2014/main" id="{42805A5E-2A22-4624-A249-F00A394590EB}"/>
              </a:ext>
            </a:extLst>
          </p:cNvPr>
          <p:cNvSpPr>
            <a:spLocks xmlns:a="http://schemas.openxmlformats.org/drawingml/2006/main" noGrp="1"/>
          </p:cNvSpPr>
          <p:nvPr/>
        </p:nvSpPr>
        <p:spPr>
          <a:xfrm xmlns:a="http://schemas.openxmlformats.org/drawingml/2006/main">
            <a:off x="1741170" y="5525453"/>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77" name="Diagram connector">
            <a:extLst xmlns:a="http://schemas.openxmlformats.org/drawingml/2006/main">
              <a:ext uri="{FF2B5EF4-FFF2-40B4-BE49-F238E27FC236}">
                <a16:creationId xmlns:a16="http://schemas.microsoft.com/office/drawing/2014/main" id="{3EA20B62-95E5-4D59-8AF3-BB02AB2C609C}"/>
              </a:ext>
            </a:extLst>
          </p:cNvPr>
          <p:cNvSpPr>
            <a:spLocks xmlns:a="http://schemas.openxmlformats.org/drawingml/2006/main" noGrp="1"/>
          </p:cNvSpPr>
          <p:nvPr/>
        </p:nvSpPr>
        <p:spPr>
          <a:xfrm xmlns:a="http://schemas.openxmlformats.org/drawingml/2006/main">
            <a:off x="8959215" y="2708910"/>
            <a:ext cx="9525" cy="624840"/>
          </a:xfrm>
          <a:custGeom xmlns:a="http://schemas.openxmlformats.org/drawingml/2006/main">
            <a:pathLst>
              <a:path w="9525" h="624840">
                <a:moveTo>
                  <a:pt x="0" y="0"/>
                </a:moveTo>
                <a:lnTo>
                  <a:pt x="0" y="624840"/>
                </a:lnTo>
              </a:path>
            </a:pathLst>
          </a:custGeom>
          <a:noFill xmlns:a="http://schemas.openxmlformats.org/drawingml/2006/main"/>
          <a:ln xmlns:a="http://schemas.openxmlformats.org/drawingml/2006/main" w="12383">
            <a:solidFill>
              <a:srgbClr val="132C43"/>
            </a:solidFill>
            <a:prstDash val="dash"/>
          </a:ln>
        </p:spPr>
      </p:sp>
      <p:sp>
        <p:nvSpPr>
          <p:cNvPr id="78" name="Diagram connector">
            <a:extLst xmlns:a="http://schemas.openxmlformats.org/drawingml/2006/main">
              <a:ext uri="{FF2B5EF4-FFF2-40B4-BE49-F238E27FC236}">
                <a16:creationId xmlns:a16="http://schemas.microsoft.com/office/drawing/2014/main" id="{6EF5FC36-BA99-4532-A979-75DAF73D7A2A}"/>
              </a:ext>
            </a:extLst>
          </p:cNvPr>
          <p:cNvSpPr>
            <a:spLocks xmlns:a="http://schemas.openxmlformats.org/drawingml/2006/main" noGrp="1"/>
          </p:cNvSpPr>
          <p:nvPr/>
        </p:nvSpPr>
        <p:spPr>
          <a:xfrm xmlns:a="http://schemas.openxmlformats.org/drawingml/2006/main">
            <a:off x="8921115" y="323850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79" name="Diagram connector">
            <a:extLst xmlns:a="http://schemas.openxmlformats.org/drawingml/2006/main">
              <a:ext uri="{FF2B5EF4-FFF2-40B4-BE49-F238E27FC236}">
                <a16:creationId xmlns:a16="http://schemas.microsoft.com/office/drawing/2014/main" id="{6532B20E-3719-4A87-BD74-6F42D3A26573}"/>
              </a:ext>
            </a:extLst>
          </p:cNvPr>
          <p:cNvSpPr>
            <a:spLocks xmlns:a="http://schemas.openxmlformats.org/drawingml/2006/main" noGrp="1"/>
          </p:cNvSpPr>
          <p:nvPr/>
        </p:nvSpPr>
        <p:spPr>
          <a:xfrm xmlns:a="http://schemas.openxmlformats.org/drawingml/2006/main">
            <a:off x="6069330" y="4817745"/>
            <a:ext cx="9525" cy="312420"/>
          </a:xfrm>
          <a:custGeom xmlns:a="http://schemas.openxmlformats.org/drawingml/2006/main">
            <a:pathLst>
              <a:path w="9525" h="312420">
                <a:moveTo>
                  <a:pt x="0" y="0"/>
                </a:moveTo>
                <a:lnTo>
                  <a:pt x="0" y="312420"/>
                </a:lnTo>
              </a:path>
            </a:pathLst>
          </a:custGeom>
          <a:noFill xmlns:a="http://schemas.openxmlformats.org/drawingml/2006/main"/>
          <a:ln xmlns:a="http://schemas.openxmlformats.org/drawingml/2006/main" w="12383">
            <a:solidFill>
              <a:srgbClr val="132C43"/>
            </a:solidFill>
            <a:prstDash val="solid"/>
          </a:ln>
        </p:spPr>
      </p:sp>
      <p:sp>
        <p:nvSpPr>
          <p:cNvPr id="80" name="Diagram connector">
            <a:extLst xmlns:a="http://schemas.openxmlformats.org/drawingml/2006/main">
              <a:ext uri="{FF2B5EF4-FFF2-40B4-BE49-F238E27FC236}">
                <a16:creationId xmlns:a16="http://schemas.microsoft.com/office/drawing/2014/main" id="{DD532A8E-8E7C-4BB3-945B-2B8D90673CAD}"/>
              </a:ext>
            </a:extLst>
          </p:cNvPr>
          <p:cNvSpPr>
            <a:spLocks xmlns:a="http://schemas.openxmlformats.org/drawingml/2006/main" noGrp="1"/>
          </p:cNvSpPr>
          <p:nvPr/>
        </p:nvSpPr>
        <p:spPr>
          <a:xfrm xmlns:a="http://schemas.openxmlformats.org/drawingml/2006/main">
            <a:off x="6031230" y="4817745"/>
            <a:ext cx="76200" cy="133350"/>
          </a:xfrm>
          <a:custGeom xmlns:a="http://schemas.openxmlformats.org/drawingml/2006/main">
            <a:pathLst>
              <a:path w="76200" h="133350">
                <a:moveTo>
                  <a:pt x="38100" y="0"/>
                </a:moveTo>
                <a:lnTo>
                  <a:pt x="0" y="66675"/>
                </a:lnTo>
                <a:lnTo>
                  <a:pt x="38100" y="133350"/>
                </a:lnTo>
                <a:lnTo>
                  <a:pt x="76200" y="66675"/>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1" name="1">
            <a:extLst xmlns:a="http://schemas.openxmlformats.org/drawingml/2006/main">
              <a:ext uri="{FF2B5EF4-FFF2-40B4-BE49-F238E27FC236}">
                <a16:creationId xmlns:a16="http://schemas.microsoft.com/office/drawing/2014/main" id="{A44F7910-57D0-4E22-AFE1-2117B34F94FB}"/>
              </a:ext>
            </a:extLst>
          </p:cNvPr>
          <p:cNvSpPr>
            <a:spLocks xmlns:a="http://schemas.openxmlformats.org/drawingml/2006/main" noGrp="1"/>
          </p:cNvSpPr>
          <p:nvPr/>
        </p:nvSpPr>
        <p:spPr>
          <a:xfrm xmlns:a="http://schemas.openxmlformats.org/drawingml/2006/main">
            <a:off x="5802630" y="493966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2" name="Diagram connector">
            <a:extLst xmlns:a="http://schemas.openxmlformats.org/drawingml/2006/main">
              <a:ext uri="{FF2B5EF4-FFF2-40B4-BE49-F238E27FC236}">
                <a16:creationId xmlns:a16="http://schemas.microsoft.com/office/drawing/2014/main" id="{487E20C2-B07B-48F7-8B3C-751496E83F0E}"/>
              </a:ext>
            </a:extLst>
          </p:cNvPr>
          <p:cNvSpPr>
            <a:spLocks xmlns:a="http://schemas.openxmlformats.org/drawingml/2006/main" noGrp="1"/>
          </p:cNvSpPr>
          <p:nvPr/>
        </p:nvSpPr>
        <p:spPr>
          <a:xfrm xmlns:a="http://schemas.openxmlformats.org/drawingml/2006/main">
            <a:off x="8959215" y="4661535"/>
            <a:ext cx="9525" cy="546735"/>
          </a:xfrm>
          <a:custGeom xmlns:a="http://schemas.openxmlformats.org/drawingml/2006/main">
            <a:pathLst>
              <a:path w="9525" h="546735">
                <a:moveTo>
                  <a:pt x="0" y="0"/>
                </a:moveTo>
                <a:lnTo>
                  <a:pt x="0" y="546735"/>
                </a:lnTo>
              </a:path>
            </a:pathLst>
          </a:custGeom>
          <a:noFill xmlns:a="http://schemas.openxmlformats.org/drawingml/2006/main"/>
          <a:ln xmlns:a="http://schemas.openxmlformats.org/drawingml/2006/main" w="12383">
            <a:solidFill>
              <a:srgbClr val="132C43"/>
            </a:solidFill>
            <a:prstDash val="solid"/>
          </a:ln>
        </p:spPr>
      </p:sp>
      <p:sp>
        <p:nvSpPr>
          <p:cNvPr id="83" name="Diagram connector">
            <a:extLst xmlns:a="http://schemas.openxmlformats.org/drawingml/2006/main">
              <a:ext uri="{FF2B5EF4-FFF2-40B4-BE49-F238E27FC236}">
                <a16:creationId xmlns:a16="http://schemas.microsoft.com/office/drawing/2014/main" id="{E236A352-1DB4-4C69-B546-FED66375F903}"/>
              </a:ext>
            </a:extLst>
          </p:cNvPr>
          <p:cNvSpPr>
            <a:spLocks xmlns:a="http://schemas.openxmlformats.org/drawingml/2006/main" noGrp="1"/>
          </p:cNvSpPr>
          <p:nvPr/>
        </p:nvSpPr>
        <p:spPr>
          <a:xfrm xmlns:a="http://schemas.openxmlformats.org/drawingml/2006/main">
            <a:off x="8921115" y="511302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84" name="1">
            <a:extLst xmlns:a="http://schemas.openxmlformats.org/drawingml/2006/main">
              <a:ext uri="{FF2B5EF4-FFF2-40B4-BE49-F238E27FC236}">
                <a16:creationId xmlns:a16="http://schemas.microsoft.com/office/drawing/2014/main" id="{3F57ECFA-1084-405D-BC58-8AC251D41C69}"/>
              </a:ext>
            </a:extLst>
          </p:cNvPr>
          <p:cNvSpPr>
            <a:spLocks xmlns:a="http://schemas.openxmlformats.org/drawingml/2006/main" noGrp="1"/>
          </p:cNvSpPr>
          <p:nvPr/>
        </p:nvSpPr>
        <p:spPr>
          <a:xfrm xmlns:a="http://schemas.openxmlformats.org/drawingml/2006/main">
            <a:off x="8692515" y="501777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5" name="Filled diamonds show constructed collaborators; ordinary arrows show r">
            <a:extLst xmlns:a="http://schemas.openxmlformats.org/drawingml/2006/main">
              <a:ext uri="{FF2B5EF4-FFF2-40B4-BE49-F238E27FC236}">
                <a16:creationId xmlns:a16="http://schemas.microsoft.com/office/drawing/2014/main" id="{FEFFC926-EA0C-4140-A69E-3C14DF6A1311}"/>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Filled diamonds show constructed collaborators; ordinary arrows show references.</a:t>
            </a:r>
          </a:p>
        </p:txBody>
      </p:sp>
    </p:spTree>
    <p:extLst>
      <p:ext uri="{BB962C8B-B14F-4D97-AF65-F5344CB8AC3E}">
        <p14:creationId xmlns:p14="http://schemas.microsoft.com/office/powerpoint/2010/main" val="5495567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2.4 SEQUENCE DIAGRAM A">
            <a:extLst xmlns:a="http://schemas.openxmlformats.org/drawingml/2006/main">
              <a:ext uri="{FF2B5EF4-FFF2-40B4-BE49-F238E27FC236}">
                <a16:creationId xmlns:a16="http://schemas.microsoft.com/office/drawing/2014/main" id="{738452B2-B3A6-4D52-9658-3DC09D4CF7B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2.4 SEQUENCE DIAGRAM A</a:t>
            </a:r>
          </a:p>
        </p:txBody>
      </p:sp>
      <p:sp>
        <p:nvSpPr>
          <p:cNvPr id="2" name="Project creation and clarification">
            <a:extLst xmlns:a="http://schemas.openxmlformats.org/drawingml/2006/main">
              <a:ext uri="{FF2B5EF4-FFF2-40B4-BE49-F238E27FC236}">
                <a16:creationId xmlns:a16="http://schemas.microsoft.com/office/drawing/2014/main" id="{EC0BA413-170B-4B3D-A730-DE118EE7BE95}"/>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 creation and clarification</a:t>
            </a:r>
          </a:p>
        </p:txBody>
      </p:sp>
      <p:sp>
        <p:nvSpPr>
          <p:cNvPr id="3" name="PROJECTFORGE AI">
            <a:extLst xmlns:a="http://schemas.openxmlformats.org/drawingml/2006/main">
              <a:ext uri="{FF2B5EF4-FFF2-40B4-BE49-F238E27FC236}">
                <a16:creationId xmlns:a16="http://schemas.microsoft.com/office/drawing/2014/main" id="{3BCEAEAD-4F7C-46DB-A08F-70533453A0EB}"/>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1">
            <a:extLst xmlns:a="http://schemas.openxmlformats.org/drawingml/2006/main">
              <a:ext uri="{FF2B5EF4-FFF2-40B4-BE49-F238E27FC236}">
                <a16:creationId xmlns:a16="http://schemas.microsoft.com/office/drawing/2014/main" id="{0EC2504C-2D80-4EEE-AE66-31CD874600EB}"/>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21</a:t>
            </a:r>
          </a:p>
        </p:txBody>
      </p:sp>
      <p:sp>
        <p:nvSpPr>
          <p:cNvPr id="5" name="User">
            <a:extLst xmlns:a="http://schemas.openxmlformats.org/drawingml/2006/main">
              <a:ext uri="{FF2B5EF4-FFF2-40B4-BE49-F238E27FC236}">
                <a16:creationId xmlns:a16="http://schemas.microsoft.com/office/drawing/2014/main" id="{FC259B71-5FF8-42EA-BB81-6BCBA99715FB}"/>
              </a:ext>
            </a:extLst>
          </p:cNvPr>
          <p:cNvSpPr>
            <a:spLocks xmlns:a="http://schemas.openxmlformats.org/drawingml/2006/main" noGrp="1"/>
          </p:cNvSpPr>
          <p:nvPr/>
        </p:nvSpPr>
        <p:spPr>
          <a:xfrm xmlns:a="http://schemas.openxmlformats.org/drawingml/2006/main">
            <a:off x="163163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User</a:t>
            </a:r>
          </a:p>
        </p:txBody>
      </p:sp>
      <p:sp>
        <p:nvSpPr>
          <p:cNvPr id="6" name="Diagram connector">
            <a:extLst xmlns:a="http://schemas.openxmlformats.org/drawingml/2006/main">
              <a:ext uri="{FF2B5EF4-FFF2-40B4-BE49-F238E27FC236}">
                <a16:creationId xmlns:a16="http://schemas.microsoft.com/office/drawing/2014/main" id="{CF0A739D-9EF9-42CC-A23A-D320CB00B98C}"/>
              </a:ext>
            </a:extLst>
          </p:cNvPr>
          <p:cNvSpPr>
            <a:spLocks xmlns:a="http://schemas.openxmlformats.org/drawingml/2006/main" noGrp="1"/>
          </p:cNvSpPr>
          <p:nvPr/>
        </p:nvSpPr>
        <p:spPr>
          <a:xfrm xmlns:a="http://schemas.openxmlformats.org/drawingml/2006/main">
            <a:off x="217455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7" name="Frontend">
            <a:extLst xmlns:a="http://schemas.openxmlformats.org/drawingml/2006/main">
              <a:ext uri="{FF2B5EF4-FFF2-40B4-BE49-F238E27FC236}">
                <a16:creationId xmlns:a16="http://schemas.microsoft.com/office/drawing/2014/main" id="{6EA641B5-F864-427C-8C25-513D6F28EB3E}"/>
              </a:ext>
            </a:extLst>
          </p:cNvPr>
          <p:cNvSpPr>
            <a:spLocks xmlns:a="http://schemas.openxmlformats.org/drawingml/2006/main" noGrp="1"/>
          </p:cNvSpPr>
          <p:nvPr/>
        </p:nvSpPr>
        <p:spPr>
          <a:xfrm xmlns:a="http://schemas.openxmlformats.org/drawingml/2006/main">
            <a:off x="284226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Frontend</a:t>
            </a:r>
          </a:p>
        </p:txBody>
      </p:sp>
      <p:sp>
        <p:nvSpPr>
          <p:cNvPr id="8" name="Diagram connector">
            <a:extLst xmlns:a="http://schemas.openxmlformats.org/drawingml/2006/main">
              <a:ext uri="{FF2B5EF4-FFF2-40B4-BE49-F238E27FC236}">
                <a16:creationId xmlns:a16="http://schemas.microsoft.com/office/drawing/2014/main" id="{0ED9A36E-2EDD-4644-8E1C-09BFB6207016}"/>
              </a:ext>
            </a:extLst>
          </p:cNvPr>
          <p:cNvSpPr>
            <a:spLocks xmlns:a="http://schemas.openxmlformats.org/drawingml/2006/main" noGrp="1"/>
          </p:cNvSpPr>
          <p:nvPr/>
        </p:nvSpPr>
        <p:spPr>
          <a:xfrm xmlns:a="http://schemas.openxmlformats.org/drawingml/2006/main">
            <a:off x="3385185"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9" name="Projects API">
            <a:extLst xmlns:a="http://schemas.openxmlformats.org/drawingml/2006/main">
              <a:ext uri="{FF2B5EF4-FFF2-40B4-BE49-F238E27FC236}">
                <a16:creationId xmlns:a16="http://schemas.microsoft.com/office/drawing/2014/main" id="{F4992C34-383B-4BAC-AC63-FB5A266A170A}"/>
              </a:ext>
            </a:extLst>
          </p:cNvPr>
          <p:cNvSpPr>
            <a:spLocks xmlns:a="http://schemas.openxmlformats.org/drawingml/2006/main" noGrp="1"/>
          </p:cNvSpPr>
          <p:nvPr/>
        </p:nvSpPr>
        <p:spPr>
          <a:xfrm xmlns:a="http://schemas.openxmlformats.org/drawingml/2006/main">
            <a:off x="4052888"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Projects API</a:t>
            </a:r>
          </a:p>
        </p:txBody>
      </p:sp>
      <p:sp>
        <p:nvSpPr>
          <p:cNvPr id="10" name="Diagram connector">
            <a:extLst xmlns:a="http://schemas.openxmlformats.org/drawingml/2006/main">
              <a:ext uri="{FF2B5EF4-FFF2-40B4-BE49-F238E27FC236}">
                <a16:creationId xmlns:a16="http://schemas.microsoft.com/office/drawing/2014/main" id="{F8997356-2914-4C50-9932-85AB2DEE5063}"/>
              </a:ext>
            </a:extLst>
          </p:cNvPr>
          <p:cNvSpPr>
            <a:spLocks xmlns:a="http://schemas.openxmlformats.org/drawingml/2006/main" noGrp="1"/>
          </p:cNvSpPr>
          <p:nvPr/>
        </p:nvSpPr>
        <p:spPr>
          <a:xfrm xmlns:a="http://schemas.openxmlformats.org/drawingml/2006/main">
            <a:off x="4595813"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1" name="Understanding agent">
            <a:extLst xmlns:a="http://schemas.openxmlformats.org/drawingml/2006/main">
              <a:ext uri="{FF2B5EF4-FFF2-40B4-BE49-F238E27FC236}">
                <a16:creationId xmlns:a16="http://schemas.microsoft.com/office/drawing/2014/main" id="{AE52B4E2-35BB-49D8-B257-5681D2BD069C}"/>
              </a:ext>
            </a:extLst>
          </p:cNvPr>
          <p:cNvSpPr>
            <a:spLocks xmlns:a="http://schemas.openxmlformats.org/drawingml/2006/main" noGrp="1"/>
          </p:cNvSpPr>
          <p:nvPr/>
        </p:nvSpPr>
        <p:spPr>
          <a:xfrm xmlns:a="http://schemas.openxmlformats.org/drawingml/2006/main">
            <a:off x="5263515"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Understanding agent</a:t>
            </a:r>
          </a:p>
        </p:txBody>
      </p:sp>
      <p:sp>
        <p:nvSpPr>
          <p:cNvPr id="12" name="Diagram connector">
            <a:extLst xmlns:a="http://schemas.openxmlformats.org/drawingml/2006/main">
              <a:ext uri="{FF2B5EF4-FFF2-40B4-BE49-F238E27FC236}">
                <a16:creationId xmlns:a16="http://schemas.microsoft.com/office/drawing/2014/main" id="{C913E400-4537-45E2-BA5A-9569DBBC0BB1}"/>
              </a:ext>
            </a:extLst>
          </p:cNvPr>
          <p:cNvSpPr>
            <a:spLocks xmlns:a="http://schemas.openxmlformats.org/drawingml/2006/main" noGrp="1"/>
          </p:cNvSpPr>
          <p:nvPr/>
        </p:nvSpPr>
        <p:spPr>
          <a:xfrm xmlns:a="http://schemas.openxmlformats.org/drawingml/2006/main">
            <a:off x="5806440"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3" name="Local model">
            <a:extLst xmlns:a="http://schemas.openxmlformats.org/drawingml/2006/main">
              <a:ext uri="{FF2B5EF4-FFF2-40B4-BE49-F238E27FC236}">
                <a16:creationId xmlns:a16="http://schemas.microsoft.com/office/drawing/2014/main" id="{CCFEA7AB-3258-45AA-A673-8BC2ED370FC4}"/>
              </a:ext>
            </a:extLst>
          </p:cNvPr>
          <p:cNvSpPr>
            <a:spLocks xmlns:a="http://schemas.openxmlformats.org/drawingml/2006/main" noGrp="1"/>
          </p:cNvSpPr>
          <p:nvPr/>
        </p:nvSpPr>
        <p:spPr>
          <a:xfrm xmlns:a="http://schemas.openxmlformats.org/drawingml/2006/main">
            <a:off x="6474142"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Local model</a:t>
            </a:r>
          </a:p>
        </p:txBody>
      </p:sp>
      <p:sp>
        <p:nvSpPr>
          <p:cNvPr id="14" name="Diagram connector">
            <a:extLst xmlns:a="http://schemas.openxmlformats.org/drawingml/2006/main">
              <a:ext uri="{FF2B5EF4-FFF2-40B4-BE49-F238E27FC236}">
                <a16:creationId xmlns:a16="http://schemas.microsoft.com/office/drawing/2014/main" id="{5E37644C-EDF6-4A91-BF7C-C4606CFDCE3E}"/>
              </a:ext>
            </a:extLst>
          </p:cNvPr>
          <p:cNvSpPr>
            <a:spLocks xmlns:a="http://schemas.openxmlformats.org/drawingml/2006/main" noGrp="1"/>
          </p:cNvSpPr>
          <p:nvPr/>
        </p:nvSpPr>
        <p:spPr>
          <a:xfrm xmlns:a="http://schemas.openxmlformats.org/drawingml/2006/main">
            <a:off x="7017067"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5" name="Requirement engine">
            <a:extLst xmlns:a="http://schemas.openxmlformats.org/drawingml/2006/main">
              <a:ext uri="{FF2B5EF4-FFF2-40B4-BE49-F238E27FC236}">
                <a16:creationId xmlns:a16="http://schemas.microsoft.com/office/drawing/2014/main" id="{A126FD86-936E-424B-88F0-4A5C32EA5EAB}"/>
              </a:ext>
            </a:extLst>
          </p:cNvPr>
          <p:cNvSpPr>
            <a:spLocks xmlns:a="http://schemas.openxmlformats.org/drawingml/2006/main" noGrp="1"/>
          </p:cNvSpPr>
          <p:nvPr/>
        </p:nvSpPr>
        <p:spPr>
          <a:xfrm xmlns:a="http://schemas.openxmlformats.org/drawingml/2006/main">
            <a:off x="768477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Requirement engine</a:t>
            </a:r>
          </a:p>
        </p:txBody>
      </p:sp>
      <p:sp>
        <p:nvSpPr>
          <p:cNvPr id="16" name="Diagram connector">
            <a:extLst xmlns:a="http://schemas.openxmlformats.org/drawingml/2006/main">
              <a:ext uri="{FF2B5EF4-FFF2-40B4-BE49-F238E27FC236}">
                <a16:creationId xmlns:a16="http://schemas.microsoft.com/office/drawing/2014/main" id="{25CEC569-997D-4D17-8F15-70E724B65015}"/>
              </a:ext>
            </a:extLst>
          </p:cNvPr>
          <p:cNvSpPr>
            <a:spLocks xmlns:a="http://schemas.openxmlformats.org/drawingml/2006/main" noGrp="1"/>
          </p:cNvSpPr>
          <p:nvPr/>
        </p:nvSpPr>
        <p:spPr>
          <a:xfrm xmlns:a="http://schemas.openxmlformats.org/drawingml/2006/main">
            <a:off x="8227695"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7" name="Persistence">
            <a:extLst xmlns:a="http://schemas.openxmlformats.org/drawingml/2006/main">
              <a:ext uri="{FF2B5EF4-FFF2-40B4-BE49-F238E27FC236}">
                <a16:creationId xmlns:a16="http://schemas.microsoft.com/office/drawing/2014/main" id="{BF14B484-8411-461D-935C-FEF3C6231DE0}"/>
              </a:ext>
            </a:extLst>
          </p:cNvPr>
          <p:cNvSpPr>
            <a:spLocks xmlns:a="http://schemas.openxmlformats.org/drawingml/2006/main" noGrp="1"/>
          </p:cNvSpPr>
          <p:nvPr/>
        </p:nvSpPr>
        <p:spPr>
          <a:xfrm xmlns:a="http://schemas.openxmlformats.org/drawingml/2006/main">
            <a:off x="8895398"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Persistence</a:t>
            </a:r>
          </a:p>
        </p:txBody>
      </p:sp>
      <p:sp>
        <p:nvSpPr>
          <p:cNvPr id="18" name="Diagram connector">
            <a:extLst xmlns:a="http://schemas.openxmlformats.org/drawingml/2006/main">
              <a:ext uri="{FF2B5EF4-FFF2-40B4-BE49-F238E27FC236}">
                <a16:creationId xmlns:a16="http://schemas.microsoft.com/office/drawing/2014/main" id="{0299C2A8-62F1-4FF7-A809-452E025C047A}"/>
              </a:ext>
            </a:extLst>
          </p:cNvPr>
          <p:cNvSpPr>
            <a:spLocks xmlns:a="http://schemas.openxmlformats.org/drawingml/2006/main" noGrp="1"/>
          </p:cNvSpPr>
          <p:nvPr/>
        </p:nvSpPr>
        <p:spPr>
          <a:xfrm xmlns:a="http://schemas.openxmlformats.org/drawingml/2006/main">
            <a:off x="9438323"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9" name="rect">
            <a:extLst xmlns:a="http://schemas.openxmlformats.org/drawingml/2006/main">
              <a:ext uri="{FF2B5EF4-FFF2-40B4-BE49-F238E27FC236}">
                <a16:creationId xmlns:a16="http://schemas.microsoft.com/office/drawing/2014/main" id="{57AFCE0A-0911-46F4-8F80-2AA28021A090}"/>
              </a:ext>
            </a:extLst>
          </p:cNvPr>
          <p:cNvSpPr>
            <a:spLocks xmlns:a="http://schemas.openxmlformats.org/drawingml/2006/main" noGrp="1"/>
          </p:cNvSpPr>
          <p:nvPr/>
        </p:nvSpPr>
        <p:spPr>
          <a:xfrm xmlns:a="http://schemas.openxmlformats.org/drawingml/2006/main">
            <a:off x="5103495" y="2830068"/>
            <a:ext cx="2733675" cy="1093470"/>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0" name="Diagram connector">
            <a:extLst xmlns:a="http://schemas.openxmlformats.org/drawingml/2006/main">
              <a:ext uri="{FF2B5EF4-FFF2-40B4-BE49-F238E27FC236}">
                <a16:creationId xmlns:a16="http://schemas.microsoft.com/office/drawing/2014/main" id="{EC1C28D2-FDAC-4527-9A80-7D605B1711D0}"/>
              </a:ext>
            </a:extLst>
          </p:cNvPr>
          <p:cNvSpPr>
            <a:spLocks xmlns:a="http://schemas.openxmlformats.org/drawingml/2006/main" noGrp="1"/>
          </p:cNvSpPr>
          <p:nvPr/>
        </p:nvSpPr>
        <p:spPr>
          <a:xfrm xmlns:a="http://schemas.openxmlformats.org/drawingml/2006/main">
            <a:off x="5103495" y="3314319"/>
            <a:ext cx="2733675" cy="9525"/>
          </a:xfrm>
          <a:custGeom xmlns:a="http://schemas.openxmlformats.org/drawingml/2006/main">
            <a:pathLst>
              <a:path w="2733675" h="9525">
                <a:moveTo>
                  <a:pt x="0" y="0"/>
                </a:moveTo>
                <a:lnTo>
                  <a:pt x="2733675" y="0"/>
                </a:lnTo>
              </a:path>
            </a:pathLst>
          </a:custGeom>
          <a:noFill xmlns:a="http://schemas.openxmlformats.org/drawingml/2006/main"/>
          <a:ln xmlns:a="http://schemas.openxmlformats.org/drawingml/2006/main" w="12383">
            <a:solidFill>
              <a:srgbClr val="132C43"/>
            </a:solidFill>
            <a:prstDash val="dash"/>
          </a:ln>
        </p:spPr>
      </p:sp>
      <p:sp>
        <p:nvSpPr>
          <p:cNvPr id="21" name="rect">
            <a:extLst xmlns:a="http://schemas.openxmlformats.org/drawingml/2006/main">
              <a:ext uri="{FF2B5EF4-FFF2-40B4-BE49-F238E27FC236}">
                <a16:creationId xmlns:a16="http://schemas.microsoft.com/office/drawing/2014/main" id="{42B1E3F3-E35F-4FE6-B3BB-632C7EC07A92}"/>
              </a:ext>
            </a:extLst>
          </p:cNvPr>
          <p:cNvSpPr>
            <a:spLocks xmlns:a="http://schemas.openxmlformats.org/drawingml/2006/main" noGrp="1"/>
          </p:cNvSpPr>
          <p:nvPr/>
        </p:nvSpPr>
        <p:spPr>
          <a:xfrm xmlns:a="http://schemas.openxmlformats.org/drawingml/2006/main">
            <a:off x="1862138" y="4970145"/>
            <a:ext cx="8201025" cy="1132523"/>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2" name="rect">
            <a:extLst xmlns:a="http://schemas.openxmlformats.org/drawingml/2006/main">
              <a:ext uri="{FF2B5EF4-FFF2-40B4-BE49-F238E27FC236}">
                <a16:creationId xmlns:a16="http://schemas.microsoft.com/office/drawing/2014/main" id="{E5017175-651B-4A9D-9F23-1E2FFA30FA53}"/>
              </a:ext>
            </a:extLst>
          </p:cNvPr>
          <p:cNvSpPr>
            <a:spLocks xmlns:a="http://schemas.openxmlformats.org/drawingml/2006/main" noGrp="1"/>
          </p:cNvSpPr>
          <p:nvPr/>
        </p:nvSpPr>
        <p:spPr>
          <a:xfrm xmlns:a="http://schemas.openxmlformats.org/drawingml/2006/main">
            <a:off x="3356610" y="1736598"/>
            <a:ext cx="57150" cy="437388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3" name="rect">
            <a:extLst xmlns:a="http://schemas.openxmlformats.org/drawingml/2006/main">
              <a:ext uri="{FF2B5EF4-FFF2-40B4-BE49-F238E27FC236}">
                <a16:creationId xmlns:a16="http://schemas.microsoft.com/office/drawing/2014/main" id="{5DFDF070-4141-4B24-A643-BCD9A5262FDC}"/>
              </a:ext>
            </a:extLst>
          </p:cNvPr>
          <p:cNvSpPr>
            <a:spLocks xmlns:a="http://schemas.openxmlformats.org/drawingml/2006/main" noGrp="1"/>
          </p:cNvSpPr>
          <p:nvPr/>
        </p:nvSpPr>
        <p:spPr>
          <a:xfrm xmlns:a="http://schemas.openxmlformats.org/drawingml/2006/main">
            <a:off x="4567238" y="1908429"/>
            <a:ext cx="57150" cy="4202049"/>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4" name="rect">
            <a:extLst xmlns:a="http://schemas.openxmlformats.org/drawingml/2006/main">
              <a:ext uri="{FF2B5EF4-FFF2-40B4-BE49-F238E27FC236}">
                <a16:creationId xmlns:a16="http://schemas.microsoft.com/office/drawing/2014/main" id="{F2CA2E1F-E1F1-4DB1-BD30-76E98EF69E06}"/>
              </a:ext>
            </a:extLst>
          </p:cNvPr>
          <p:cNvSpPr>
            <a:spLocks xmlns:a="http://schemas.openxmlformats.org/drawingml/2006/main" noGrp="1"/>
          </p:cNvSpPr>
          <p:nvPr/>
        </p:nvSpPr>
        <p:spPr>
          <a:xfrm xmlns:a="http://schemas.openxmlformats.org/drawingml/2006/main">
            <a:off x="5777865" y="2595753"/>
            <a:ext cx="57150" cy="1546479"/>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5" name="rect">
            <a:extLst xmlns:a="http://schemas.openxmlformats.org/drawingml/2006/main">
              <a:ext uri="{FF2B5EF4-FFF2-40B4-BE49-F238E27FC236}">
                <a16:creationId xmlns:a16="http://schemas.microsoft.com/office/drawing/2014/main" id="{3B66E268-7737-44BB-A74C-186564917846}"/>
              </a:ext>
            </a:extLst>
          </p:cNvPr>
          <p:cNvSpPr>
            <a:spLocks xmlns:a="http://schemas.openxmlformats.org/drawingml/2006/main" noGrp="1"/>
          </p:cNvSpPr>
          <p:nvPr/>
        </p:nvSpPr>
        <p:spPr>
          <a:xfrm xmlns:a="http://schemas.openxmlformats.org/drawingml/2006/main">
            <a:off x="8199120" y="4298442"/>
            <a:ext cx="57150" cy="234315"/>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6" name="rect">
            <a:extLst xmlns:a="http://schemas.openxmlformats.org/drawingml/2006/main">
              <a:ext uri="{FF2B5EF4-FFF2-40B4-BE49-F238E27FC236}">
                <a16:creationId xmlns:a16="http://schemas.microsoft.com/office/drawing/2014/main" id="{B6C9DFF3-F7D4-4FE9-A5AF-735F2D4DE747}"/>
              </a:ext>
            </a:extLst>
          </p:cNvPr>
          <p:cNvSpPr>
            <a:spLocks xmlns:a="http://schemas.openxmlformats.org/drawingml/2006/main" noGrp="1"/>
          </p:cNvSpPr>
          <p:nvPr/>
        </p:nvSpPr>
        <p:spPr>
          <a:xfrm xmlns:a="http://schemas.openxmlformats.org/drawingml/2006/main">
            <a:off x="9409748" y="2080260"/>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7" name="rect">
            <a:extLst xmlns:a="http://schemas.openxmlformats.org/drawingml/2006/main">
              <a:ext uri="{FF2B5EF4-FFF2-40B4-BE49-F238E27FC236}">
                <a16:creationId xmlns:a16="http://schemas.microsoft.com/office/drawing/2014/main" id="{C3212556-CFE0-4BE3-A4A1-2A0DC3F53B2B}"/>
              </a:ext>
            </a:extLst>
          </p:cNvPr>
          <p:cNvSpPr>
            <a:spLocks xmlns:a="http://schemas.openxmlformats.org/drawingml/2006/main" noGrp="1"/>
          </p:cNvSpPr>
          <p:nvPr/>
        </p:nvSpPr>
        <p:spPr>
          <a:xfrm xmlns:a="http://schemas.openxmlformats.org/drawingml/2006/main">
            <a:off x="9409748" y="4673346"/>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8" name="rect">
            <a:extLst xmlns:a="http://schemas.openxmlformats.org/drawingml/2006/main">
              <a:ext uri="{FF2B5EF4-FFF2-40B4-BE49-F238E27FC236}">
                <a16:creationId xmlns:a16="http://schemas.microsoft.com/office/drawing/2014/main" id="{AEB32269-C8FC-4219-9E9A-7826BD1F6FD4}"/>
              </a:ext>
            </a:extLst>
          </p:cNvPr>
          <p:cNvSpPr>
            <a:spLocks xmlns:a="http://schemas.openxmlformats.org/drawingml/2006/main" noGrp="1"/>
          </p:cNvSpPr>
          <p:nvPr/>
        </p:nvSpPr>
        <p:spPr>
          <a:xfrm xmlns:a="http://schemas.openxmlformats.org/drawingml/2006/main">
            <a:off x="9409748" y="5798058"/>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9" name="Diagram connector">
            <a:extLst xmlns:a="http://schemas.openxmlformats.org/drawingml/2006/main">
              <a:ext uri="{FF2B5EF4-FFF2-40B4-BE49-F238E27FC236}">
                <a16:creationId xmlns:a16="http://schemas.microsoft.com/office/drawing/2014/main" id="{8004409D-E530-489B-A3CE-2E3FAA9E8E5E}"/>
              </a:ext>
            </a:extLst>
          </p:cNvPr>
          <p:cNvSpPr>
            <a:spLocks xmlns:a="http://schemas.openxmlformats.org/drawingml/2006/main" noGrp="1"/>
          </p:cNvSpPr>
          <p:nvPr/>
        </p:nvSpPr>
        <p:spPr>
          <a:xfrm xmlns:a="http://schemas.openxmlformats.org/drawingml/2006/main">
            <a:off x="2174558" y="1736598"/>
            <a:ext cx="1210627" cy="9525"/>
          </a:xfrm>
          <a:custGeom xmlns:a="http://schemas.openxmlformats.org/drawingml/2006/main">
            <a:pathLst>
              <a:path w="1210627" h="9525">
                <a:moveTo>
                  <a:pt x="0" y="0"/>
                </a:moveTo>
                <a:lnTo>
                  <a:pt x="1210627" y="0"/>
                </a:lnTo>
              </a:path>
            </a:pathLst>
          </a:custGeom>
          <a:noFill xmlns:a="http://schemas.openxmlformats.org/drawingml/2006/main"/>
          <a:ln xmlns:a="http://schemas.openxmlformats.org/drawingml/2006/main" w="12383">
            <a:solidFill>
              <a:srgbClr val="132C43"/>
            </a:solidFill>
            <a:prstDash val="solid"/>
          </a:ln>
        </p:spPr>
      </p:sp>
      <p:sp>
        <p:nvSpPr>
          <p:cNvPr id="30" name="Diagram connector">
            <a:extLst xmlns:a="http://schemas.openxmlformats.org/drawingml/2006/main">
              <a:ext uri="{FF2B5EF4-FFF2-40B4-BE49-F238E27FC236}">
                <a16:creationId xmlns:a16="http://schemas.microsoft.com/office/drawing/2014/main" id="{94D15041-B3EF-452C-A041-2A08F5355576}"/>
              </a:ext>
            </a:extLst>
          </p:cNvPr>
          <p:cNvSpPr>
            <a:spLocks xmlns:a="http://schemas.openxmlformats.org/drawingml/2006/main" noGrp="1"/>
          </p:cNvSpPr>
          <p:nvPr/>
        </p:nvSpPr>
        <p:spPr>
          <a:xfrm xmlns:a="http://schemas.openxmlformats.org/drawingml/2006/main">
            <a:off x="3289935" y="169849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1" name="Submit idea">
            <a:extLst xmlns:a="http://schemas.openxmlformats.org/drawingml/2006/main">
              <a:ext uri="{FF2B5EF4-FFF2-40B4-BE49-F238E27FC236}">
                <a16:creationId xmlns:a16="http://schemas.microsoft.com/office/drawing/2014/main" id="{A65F802C-A62B-4339-95BE-C05362643E64}"/>
              </a:ext>
            </a:extLst>
          </p:cNvPr>
          <p:cNvSpPr>
            <a:spLocks xmlns:a="http://schemas.openxmlformats.org/drawingml/2006/main" noGrp="1"/>
          </p:cNvSpPr>
          <p:nvPr/>
        </p:nvSpPr>
        <p:spPr>
          <a:xfrm xmlns:a="http://schemas.openxmlformats.org/drawingml/2006/main">
            <a:off x="1351121" y="1603248"/>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Submit idea</a:t>
            </a:r>
          </a:p>
        </p:txBody>
      </p:sp>
      <p:sp>
        <p:nvSpPr>
          <p:cNvPr id="32" name="Diagram connector">
            <a:extLst xmlns:a="http://schemas.openxmlformats.org/drawingml/2006/main">
              <a:ext uri="{FF2B5EF4-FFF2-40B4-BE49-F238E27FC236}">
                <a16:creationId xmlns:a16="http://schemas.microsoft.com/office/drawing/2014/main" id="{0DE04F78-5528-4F3F-A17A-6CD959A549C2}"/>
              </a:ext>
            </a:extLst>
          </p:cNvPr>
          <p:cNvSpPr>
            <a:spLocks xmlns:a="http://schemas.openxmlformats.org/drawingml/2006/main" noGrp="1"/>
          </p:cNvSpPr>
          <p:nvPr/>
        </p:nvSpPr>
        <p:spPr>
          <a:xfrm xmlns:a="http://schemas.openxmlformats.org/drawingml/2006/main">
            <a:off x="3385185" y="1908429"/>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33" name="Diagram connector">
            <a:extLst xmlns:a="http://schemas.openxmlformats.org/drawingml/2006/main">
              <a:ext uri="{FF2B5EF4-FFF2-40B4-BE49-F238E27FC236}">
                <a16:creationId xmlns:a16="http://schemas.microsoft.com/office/drawing/2014/main" id="{2F92EEF2-FDE2-429F-919B-70047F12D195}"/>
              </a:ext>
            </a:extLst>
          </p:cNvPr>
          <p:cNvSpPr>
            <a:spLocks xmlns:a="http://schemas.openxmlformats.org/drawingml/2006/main" noGrp="1"/>
          </p:cNvSpPr>
          <p:nvPr/>
        </p:nvSpPr>
        <p:spPr>
          <a:xfrm xmlns:a="http://schemas.openxmlformats.org/drawingml/2006/main">
            <a:off x="4500563" y="187032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4" name="POST /api/projects">
            <a:extLst xmlns:a="http://schemas.openxmlformats.org/drawingml/2006/main">
              <a:ext uri="{FF2B5EF4-FFF2-40B4-BE49-F238E27FC236}">
                <a16:creationId xmlns:a16="http://schemas.microsoft.com/office/drawing/2014/main" id="{955C05CC-04E9-4D2F-9CA8-7EE9EC905BB7}"/>
              </a:ext>
            </a:extLst>
          </p:cNvPr>
          <p:cNvSpPr>
            <a:spLocks xmlns:a="http://schemas.openxmlformats.org/drawingml/2006/main" noGrp="1"/>
          </p:cNvSpPr>
          <p:nvPr/>
        </p:nvSpPr>
        <p:spPr>
          <a:xfrm xmlns:a="http://schemas.openxmlformats.org/drawingml/2006/main">
            <a:off x="2561749" y="1775079"/>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POST /api/projects</a:t>
            </a:r>
          </a:p>
        </p:txBody>
      </p:sp>
      <p:sp>
        <p:nvSpPr>
          <p:cNvPr id="35" name="Diagram connector">
            <a:extLst xmlns:a="http://schemas.openxmlformats.org/drawingml/2006/main">
              <a:ext uri="{FF2B5EF4-FFF2-40B4-BE49-F238E27FC236}">
                <a16:creationId xmlns:a16="http://schemas.microsoft.com/office/drawing/2014/main" id="{D9946499-86D9-4BB3-8EE3-80CB10226886}"/>
              </a:ext>
            </a:extLst>
          </p:cNvPr>
          <p:cNvSpPr>
            <a:spLocks xmlns:a="http://schemas.openxmlformats.org/drawingml/2006/main" noGrp="1"/>
          </p:cNvSpPr>
          <p:nvPr/>
        </p:nvSpPr>
        <p:spPr>
          <a:xfrm xmlns:a="http://schemas.openxmlformats.org/drawingml/2006/main">
            <a:off x="4595813" y="2080260"/>
            <a:ext cx="4842510" cy="9525"/>
          </a:xfrm>
          <a:custGeom xmlns:a="http://schemas.openxmlformats.org/drawingml/2006/main">
            <a:pathLst>
              <a:path w="4842510" h="9525">
                <a:moveTo>
                  <a:pt x="0" y="0"/>
                </a:moveTo>
                <a:lnTo>
                  <a:pt x="4842510" y="0"/>
                </a:lnTo>
              </a:path>
            </a:pathLst>
          </a:custGeom>
          <a:noFill xmlns:a="http://schemas.openxmlformats.org/drawingml/2006/main"/>
          <a:ln xmlns:a="http://schemas.openxmlformats.org/drawingml/2006/main" w="12383">
            <a:solidFill>
              <a:srgbClr val="132C43"/>
            </a:solidFill>
            <a:prstDash val="solid"/>
          </a:ln>
        </p:spPr>
      </p:sp>
      <p:sp>
        <p:nvSpPr>
          <p:cNvPr id="36" name="Diagram connector">
            <a:extLst xmlns:a="http://schemas.openxmlformats.org/drawingml/2006/main">
              <a:ext uri="{FF2B5EF4-FFF2-40B4-BE49-F238E27FC236}">
                <a16:creationId xmlns:a16="http://schemas.microsoft.com/office/drawing/2014/main" id="{B547C283-BE98-4E8C-9A6D-D371BE67A1AD}"/>
              </a:ext>
            </a:extLst>
          </p:cNvPr>
          <p:cNvSpPr>
            <a:spLocks xmlns:a="http://schemas.openxmlformats.org/drawingml/2006/main" noGrp="1"/>
          </p:cNvSpPr>
          <p:nvPr/>
        </p:nvSpPr>
        <p:spPr>
          <a:xfrm xmlns:a="http://schemas.openxmlformats.org/drawingml/2006/main">
            <a:off x="9343073" y="204216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7" name="emit_event: append event + save snapshot">
            <a:extLst xmlns:a="http://schemas.openxmlformats.org/drawingml/2006/main">
              <a:ext uri="{FF2B5EF4-FFF2-40B4-BE49-F238E27FC236}">
                <a16:creationId xmlns:a16="http://schemas.microsoft.com/office/drawing/2014/main" id="{55A6C216-D948-4D79-9856-D198DC652148}"/>
              </a:ext>
            </a:extLst>
          </p:cNvPr>
          <p:cNvSpPr>
            <a:spLocks xmlns:a="http://schemas.openxmlformats.org/drawingml/2006/main" noGrp="1"/>
          </p:cNvSpPr>
          <p:nvPr/>
        </p:nvSpPr>
        <p:spPr>
          <a:xfrm xmlns:a="http://schemas.openxmlformats.org/drawingml/2006/main">
            <a:off x="4167188" y="1946910"/>
            <a:ext cx="569976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emit_event: append event + save snapshot</a:t>
            </a:r>
          </a:p>
        </p:txBody>
      </p:sp>
      <p:sp>
        <p:nvSpPr>
          <p:cNvPr id="38" name="Diagram connector">
            <a:extLst xmlns:a="http://schemas.openxmlformats.org/drawingml/2006/main">
              <a:ext uri="{FF2B5EF4-FFF2-40B4-BE49-F238E27FC236}">
                <a16:creationId xmlns:a16="http://schemas.microsoft.com/office/drawing/2014/main" id="{56EB549A-AE17-4F8E-A795-C1473C4876F2}"/>
              </a:ext>
            </a:extLst>
          </p:cNvPr>
          <p:cNvSpPr>
            <a:spLocks xmlns:a="http://schemas.openxmlformats.org/drawingml/2006/main" noGrp="1"/>
          </p:cNvSpPr>
          <p:nvPr/>
        </p:nvSpPr>
        <p:spPr>
          <a:xfrm xmlns:a="http://schemas.openxmlformats.org/drawingml/2006/main">
            <a:off x="3385185" y="2252091"/>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39" name="Diagram connector">
            <a:extLst xmlns:a="http://schemas.openxmlformats.org/drawingml/2006/main">
              <a:ext uri="{FF2B5EF4-FFF2-40B4-BE49-F238E27FC236}">
                <a16:creationId xmlns:a16="http://schemas.microsoft.com/office/drawing/2014/main" id="{102F7241-7C2F-419E-B6EA-EAA133DD31F6}"/>
              </a:ext>
            </a:extLst>
          </p:cNvPr>
          <p:cNvSpPr>
            <a:spLocks xmlns:a="http://schemas.openxmlformats.org/drawingml/2006/main" noGrp="1"/>
          </p:cNvSpPr>
          <p:nvPr/>
        </p:nvSpPr>
        <p:spPr>
          <a:xfrm xmlns:a="http://schemas.openxmlformats.org/drawingml/2006/main">
            <a:off x="3385185" y="221399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40" name="Persisted project_id + version">
            <a:extLst xmlns:a="http://schemas.openxmlformats.org/drawingml/2006/main">
              <a:ext uri="{FF2B5EF4-FFF2-40B4-BE49-F238E27FC236}">
                <a16:creationId xmlns:a16="http://schemas.microsoft.com/office/drawing/2014/main" id="{BDBC65D7-8023-4AD0-85DB-EA7966DB96F5}"/>
              </a:ext>
            </a:extLst>
          </p:cNvPr>
          <p:cNvSpPr>
            <a:spLocks xmlns:a="http://schemas.openxmlformats.org/drawingml/2006/main" noGrp="1"/>
          </p:cNvSpPr>
          <p:nvPr/>
        </p:nvSpPr>
        <p:spPr>
          <a:xfrm xmlns:a="http://schemas.openxmlformats.org/drawingml/2006/main">
            <a:off x="2561749" y="2118741"/>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Persisted project_id + version</a:t>
            </a:r>
          </a:p>
        </p:txBody>
      </p:sp>
      <p:sp>
        <p:nvSpPr>
          <p:cNvPr id="41" name="Diagram connector">
            <a:extLst xmlns:a="http://schemas.openxmlformats.org/drawingml/2006/main">
              <a:ext uri="{FF2B5EF4-FFF2-40B4-BE49-F238E27FC236}">
                <a16:creationId xmlns:a16="http://schemas.microsoft.com/office/drawing/2014/main" id="{922C9B3B-442F-425A-BB58-46568B07AD01}"/>
              </a:ext>
            </a:extLst>
          </p:cNvPr>
          <p:cNvSpPr>
            <a:spLocks xmlns:a="http://schemas.openxmlformats.org/drawingml/2006/main" noGrp="1"/>
          </p:cNvSpPr>
          <p:nvPr/>
        </p:nvSpPr>
        <p:spPr>
          <a:xfrm xmlns:a="http://schemas.openxmlformats.org/drawingml/2006/main">
            <a:off x="3385185" y="2423922"/>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42" name="Diagram connector">
            <a:extLst xmlns:a="http://schemas.openxmlformats.org/drawingml/2006/main">
              <a:ext uri="{FF2B5EF4-FFF2-40B4-BE49-F238E27FC236}">
                <a16:creationId xmlns:a16="http://schemas.microsoft.com/office/drawing/2014/main" id="{06CC2D61-19E5-4B0E-811E-BE5E1B18E5CE}"/>
              </a:ext>
            </a:extLst>
          </p:cNvPr>
          <p:cNvSpPr>
            <a:spLocks xmlns:a="http://schemas.openxmlformats.org/drawingml/2006/main" noGrp="1"/>
          </p:cNvSpPr>
          <p:nvPr/>
        </p:nvSpPr>
        <p:spPr>
          <a:xfrm xmlns:a="http://schemas.openxmlformats.org/drawingml/2006/main">
            <a:off x="4500563" y="238582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3" name="POST /{id}/understand">
            <a:extLst xmlns:a="http://schemas.openxmlformats.org/drawingml/2006/main">
              <a:ext uri="{FF2B5EF4-FFF2-40B4-BE49-F238E27FC236}">
                <a16:creationId xmlns:a16="http://schemas.microsoft.com/office/drawing/2014/main" id="{46AECD06-F305-477E-B407-F1839CD3989E}"/>
              </a:ext>
            </a:extLst>
          </p:cNvPr>
          <p:cNvSpPr>
            <a:spLocks xmlns:a="http://schemas.openxmlformats.org/drawingml/2006/main" noGrp="1"/>
          </p:cNvSpPr>
          <p:nvPr/>
        </p:nvSpPr>
        <p:spPr>
          <a:xfrm xmlns:a="http://schemas.openxmlformats.org/drawingml/2006/main">
            <a:off x="2561749" y="2290572"/>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POST /{id}/understand</a:t>
            </a:r>
          </a:p>
        </p:txBody>
      </p:sp>
      <p:sp>
        <p:nvSpPr>
          <p:cNvPr id="44" name="Diagram connector">
            <a:extLst xmlns:a="http://schemas.openxmlformats.org/drawingml/2006/main">
              <a:ext uri="{FF2B5EF4-FFF2-40B4-BE49-F238E27FC236}">
                <a16:creationId xmlns:a16="http://schemas.microsoft.com/office/drawing/2014/main" id="{5330EBC6-8D2B-43D7-834B-701D204DF93B}"/>
              </a:ext>
            </a:extLst>
          </p:cNvPr>
          <p:cNvSpPr>
            <a:spLocks xmlns:a="http://schemas.openxmlformats.org/drawingml/2006/main" noGrp="1"/>
          </p:cNvSpPr>
          <p:nvPr/>
        </p:nvSpPr>
        <p:spPr>
          <a:xfrm xmlns:a="http://schemas.openxmlformats.org/drawingml/2006/main">
            <a:off x="4595813" y="2595753"/>
            <a:ext cx="1210627" cy="9525"/>
          </a:xfrm>
          <a:custGeom xmlns:a="http://schemas.openxmlformats.org/drawingml/2006/main">
            <a:pathLst>
              <a:path w="1210627" h="9525">
                <a:moveTo>
                  <a:pt x="0" y="0"/>
                </a:moveTo>
                <a:lnTo>
                  <a:pt x="1210627" y="0"/>
                </a:lnTo>
              </a:path>
            </a:pathLst>
          </a:custGeom>
          <a:noFill xmlns:a="http://schemas.openxmlformats.org/drawingml/2006/main"/>
          <a:ln xmlns:a="http://schemas.openxmlformats.org/drawingml/2006/main" w="12383">
            <a:solidFill>
              <a:srgbClr val="132C43"/>
            </a:solidFill>
            <a:prstDash val="solid"/>
          </a:ln>
        </p:spPr>
      </p:sp>
      <p:sp>
        <p:nvSpPr>
          <p:cNvPr id="45" name="Diagram connector">
            <a:extLst xmlns:a="http://schemas.openxmlformats.org/drawingml/2006/main">
              <a:ext uri="{FF2B5EF4-FFF2-40B4-BE49-F238E27FC236}">
                <a16:creationId xmlns:a16="http://schemas.microsoft.com/office/drawing/2014/main" id="{D39972DD-DFA8-4EB7-9CC4-7B0E93E9C241}"/>
              </a:ext>
            </a:extLst>
          </p:cNvPr>
          <p:cNvSpPr>
            <a:spLocks xmlns:a="http://schemas.openxmlformats.org/drawingml/2006/main" noGrp="1"/>
          </p:cNvSpPr>
          <p:nvPr/>
        </p:nvSpPr>
        <p:spPr>
          <a:xfrm xmlns:a="http://schemas.openxmlformats.org/drawingml/2006/main">
            <a:off x="5711190" y="2557653"/>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6" name="execute_understanding(raw_idea)">
            <a:extLst xmlns:a="http://schemas.openxmlformats.org/drawingml/2006/main">
              <a:ext uri="{FF2B5EF4-FFF2-40B4-BE49-F238E27FC236}">
                <a16:creationId xmlns:a16="http://schemas.microsoft.com/office/drawing/2014/main" id="{EC9DB192-ABBB-4F5A-9F05-4C328A1A20B8}"/>
              </a:ext>
            </a:extLst>
          </p:cNvPr>
          <p:cNvSpPr>
            <a:spLocks xmlns:a="http://schemas.openxmlformats.org/drawingml/2006/main" noGrp="1"/>
          </p:cNvSpPr>
          <p:nvPr/>
        </p:nvSpPr>
        <p:spPr>
          <a:xfrm xmlns:a="http://schemas.openxmlformats.org/drawingml/2006/main">
            <a:off x="3772376" y="2462403"/>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execute_understanding(raw_idea)</a:t>
            </a:r>
          </a:p>
        </p:txBody>
      </p:sp>
      <p:sp>
        <p:nvSpPr>
          <p:cNvPr id="47" name="Diagram connector">
            <a:extLst xmlns:a="http://schemas.openxmlformats.org/drawingml/2006/main">
              <a:ext uri="{FF2B5EF4-FFF2-40B4-BE49-F238E27FC236}">
                <a16:creationId xmlns:a16="http://schemas.microsoft.com/office/drawing/2014/main" id="{722F3A8C-402F-49AB-A96C-73AA011087CA}"/>
              </a:ext>
            </a:extLst>
          </p:cNvPr>
          <p:cNvSpPr>
            <a:spLocks xmlns:a="http://schemas.openxmlformats.org/drawingml/2006/main" noGrp="1"/>
          </p:cNvSpPr>
          <p:nvPr/>
        </p:nvSpPr>
        <p:spPr>
          <a:xfrm xmlns:a="http://schemas.openxmlformats.org/drawingml/2006/main">
            <a:off x="5806440" y="2767584"/>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48" name="Diagram connector">
            <a:extLst xmlns:a="http://schemas.openxmlformats.org/drawingml/2006/main">
              <a:ext uri="{FF2B5EF4-FFF2-40B4-BE49-F238E27FC236}">
                <a16:creationId xmlns:a16="http://schemas.microsoft.com/office/drawing/2014/main" id="{606854D1-3865-48D5-AB09-E98D8E1F52F1}"/>
              </a:ext>
            </a:extLst>
          </p:cNvPr>
          <p:cNvSpPr>
            <a:spLocks xmlns:a="http://schemas.openxmlformats.org/drawingml/2006/main" noGrp="1"/>
          </p:cNvSpPr>
          <p:nvPr/>
        </p:nvSpPr>
        <p:spPr>
          <a:xfrm xmlns:a="http://schemas.openxmlformats.org/drawingml/2006/main">
            <a:off x="6921817" y="2729484"/>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9" name="generate(prompt)">
            <a:extLst xmlns:a="http://schemas.openxmlformats.org/drawingml/2006/main">
              <a:ext uri="{FF2B5EF4-FFF2-40B4-BE49-F238E27FC236}">
                <a16:creationId xmlns:a16="http://schemas.microsoft.com/office/drawing/2014/main" id="{859786EF-94AF-4175-9206-6EC90E59D73F}"/>
              </a:ext>
            </a:extLst>
          </p:cNvPr>
          <p:cNvSpPr>
            <a:spLocks xmlns:a="http://schemas.openxmlformats.org/drawingml/2006/main" noGrp="1"/>
          </p:cNvSpPr>
          <p:nvPr/>
        </p:nvSpPr>
        <p:spPr>
          <a:xfrm xmlns:a="http://schemas.openxmlformats.org/drawingml/2006/main">
            <a:off x="4983004" y="2634234"/>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generate(prompt)</a:t>
            </a:r>
          </a:p>
        </p:txBody>
      </p:sp>
      <p:sp>
        <p:nvSpPr>
          <p:cNvPr id="50" name="Diagram connector">
            <a:extLst xmlns:a="http://schemas.openxmlformats.org/drawingml/2006/main">
              <a:ext uri="{FF2B5EF4-FFF2-40B4-BE49-F238E27FC236}">
                <a16:creationId xmlns:a16="http://schemas.microsoft.com/office/drawing/2014/main" id="{5787A340-3C72-4CAA-B7DD-725EC0B30B9F}"/>
              </a:ext>
            </a:extLst>
          </p:cNvPr>
          <p:cNvSpPr>
            <a:spLocks xmlns:a="http://schemas.openxmlformats.org/drawingml/2006/main" noGrp="1"/>
          </p:cNvSpPr>
          <p:nvPr/>
        </p:nvSpPr>
        <p:spPr>
          <a:xfrm xmlns:a="http://schemas.openxmlformats.org/drawingml/2006/main">
            <a:off x="5806440" y="3111246"/>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51" name="Diagram connector">
            <a:extLst xmlns:a="http://schemas.openxmlformats.org/drawingml/2006/main">
              <a:ext uri="{FF2B5EF4-FFF2-40B4-BE49-F238E27FC236}">
                <a16:creationId xmlns:a16="http://schemas.microsoft.com/office/drawing/2014/main" id="{2D22CFFA-E71C-462F-87EE-489BEA10DFEB}"/>
              </a:ext>
            </a:extLst>
          </p:cNvPr>
          <p:cNvSpPr>
            <a:spLocks xmlns:a="http://schemas.openxmlformats.org/drawingml/2006/main" noGrp="1"/>
          </p:cNvSpPr>
          <p:nvPr/>
        </p:nvSpPr>
        <p:spPr>
          <a:xfrm xmlns:a="http://schemas.openxmlformats.org/drawingml/2006/main">
            <a:off x="5806440" y="3073146"/>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2" name="Valid model extraction">
            <a:extLst xmlns:a="http://schemas.openxmlformats.org/drawingml/2006/main">
              <a:ext uri="{FF2B5EF4-FFF2-40B4-BE49-F238E27FC236}">
                <a16:creationId xmlns:a16="http://schemas.microsoft.com/office/drawing/2014/main" id="{A07D993D-B023-4370-B00A-62A6242D13CB}"/>
              </a:ext>
            </a:extLst>
          </p:cNvPr>
          <p:cNvSpPr>
            <a:spLocks xmlns:a="http://schemas.openxmlformats.org/drawingml/2006/main" noGrp="1"/>
          </p:cNvSpPr>
          <p:nvPr/>
        </p:nvSpPr>
        <p:spPr>
          <a:xfrm xmlns:a="http://schemas.openxmlformats.org/drawingml/2006/main">
            <a:off x="4983004" y="2977896"/>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Valid model extraction</a:t>
            </a:r>
          </a:p>
        </p:txBody>
      </p:sp>
      <p:sp>
        <p:nvSpPr>
          <p:cNvPr id="53" name="Diagram connector">
            <a:extLst xmlns:a="http://schemas.openxmlformats.org/drawingml/2006/main">
              <a:ext uri="{FF2B5EF4-FFF2-40B4-BE49-F238E27FC236}">
                <a16:creationId xmlns:a16="http://schemas.microsoft.com/office/drawing/2014/main" id="{099E62E5-0E52-4449-B992-0E3BA4D28FF3}"/>
              </a:ext>
            </a:extLst>
          </p:cNvPr>
          <p:cNvSpPr>
            <a:spLocks xmlns:a="http://schemas.openxmlformats.org/drawingml/2006/main" noGrp="1"/>
          </p:cNvSpPr>
          <p:nvPr/>
        </p:nvSpPr>
        <p:spPr>
          <a:xfrm xmlns:a="http://schemas.openxmlformats.org/drawingml/2006/main">
            <a:off x="5806440" y="3564255"/>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54" name="Diagram connector">
            <a:extLst xmlns:a="http://schemas.openxmlformats.org/drawingml/2006/main">
              <a:ext uri="{FF2B5EF4-FFF2-40B4-BE49-F238E27FC236}">
                <a16:creationId xmlns:a16="http://schemas.microsoft.com/office/drawing/2014/main" id="{7A6E0D8A-6E2C-492F-B6F8-2C1DDC0E3A97}"/>
              </a:ext>
            </a:extLst>
          </p:cNvPr>
          <p:cNvSpPr>
            <a:spLocks xmlns:a="http://schemas.openxmlformats.org/drawingml/2006/main" noGrp="1"/>
          </p:cNvSpPr>
          <p:nvPr/>
        </p:nvSpPr>
        <p:spPr>
          <a:xfrm xmlns:a="http://schemas.openxmlformats.org/drawingml/2006/main">
            <a:off x="5806440" y="352615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5" name="Invalid result / exception">
            <a:extLst xmlns:a="http://schemas.openxmlformats.org/drawingml/2006/main">
              <a:ext uri="{FF2B5EF4-FFF2-40B4-BE49-F238E27FC236}">
                <a16:creationId xmlns:a16="http://schemas.microsoft.com/office/drawing/2014/main" id="{063B42B6-60EC-4394-872B-DD23F7A0D146}"/>
              </a:ext>
            </a:extLst>
          </p:cNvPr>
          <p:cNvSpPr>
            <a:spLocks xmlns:a="http://schemas.openxmlformats.org/drawingml/2006/main" noGrp="1"/>
          </p:cNvSpPr>
          <p:nvPr/>
        </p:nvSpPr>
        <p:spPr>
          <a:xfrm xmlns:a="http://schemas.openxmlformats.org/drawingml/2006/main">
            <a:off x="4983004" y="343090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Invalid result / exception</a:t>
            </a:r>
          </a:p>
        </p:txBody>
      </p:sp>
      <p:sp>
        <p:nvSpPr>
          <p:cNvPr id="56" name="Diagram connector">
            <a:extLst xmlns:a="http://schemas.openxmlformats.org/drawingml/2006/main">
              <a:ext uri="{FF2B5EF4-FFF2-40B4-BE49-F238E27FC236}">
                <a16:creationId xmlns:a16="http://schemas.microsoft.com/office/drawing/2014/main" id="{0B185E78-4853-4842-B2F9-7BC131E9AD87}"/>
              </a:ext>
            </a:extLst>
          </p:cNvPr>
          <p:cNvSpPr>
            <a:spLocks xmlns:a="http://schemas.openxmlformats.org/drawingml/2006/main" noGrp="1"/>
          </p:cNvSpPr>
          <p:nvPr/>
        </p:nvSpPr>
        <p:spPr>
          <a:xfrm xmlns:a="http://schemas.openxmlformats.org/drawingml/2006/main">
            <a:off x="5806440" y="3751707"/>
            <a:ext cx="312420" cy="101536"/>
          </a:xfrm>
          <a:custGeom xmlns:a="http://schemas.openxmlformats.org/drawingml/2006/main">
            <a:pathLst>
              <a:path w="312420" h="101536">
                <a:moveTo>
                  <a:pt x="0" y="0"/>
                </a:moveTo>
                <a:lnTo>
                  <a:pt x="312420" y="0"/>
                </a:lnTo>
                <a:lnTo>
                  <a:pt x="312420" y="101536"/>
                </a:lnTo>
                <a:lnTo>
                  <a:pt x="0" y="101536"/>
                </a:lnTo>
              </a:path>
            </a:pathLst>
          </a:custGeom>
          <a:noFill xmlns:a="http://schemas.openxmlformats.org/drawingml/2006/main"/>
          <a:ln xmlns:a="http://schemas.openxmlformats.org/drawingml/2006/main" w="12383">
            <a:solidFill>
              <a:srgbClr val="132C43"/>
            </a:solidFill>
            <a:prstDash val="solid"/>
          </a:ln>
        </p:spPr>
      </p:sp>
      <p:sp>
        <p:nvSpPr>
          <p:cNvPr id="57" name="Diagram connector">
            <a:extLst xmlns:a="http://schemas.openxmlformats.org/drawingml/2006/main">
              <a:ext uri="{FF2B5EF4-FFF2-40B4-BE49-F238E27FC236}">
                <a16:creationId xmlns:a16="http://schemas.microsoft.com/office/drawing/2014/main" id="{B9CF12DA-515C-4C45-8922-491DE7971169}"/>
              </a:ext>
            </a:extLst>
          </p:cNvPr>
          <p:cNvSpPr>
            <a:spLocks xmlns:a="http://schemas.openxmlformats.org/drawingml/2006/main" noGrp="1"/>
          </p:cNvSpPr>
          <p:nvPr/>
        </p:nvSpPr>
        <p:spPr>
          <a:xfrm xmlns:a="http://schemas.openxmlformats.org/drawingml/2006/main">
            <a:off x="5806440" y="3815143"/>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8" name="generate_heuristic_understanding()">
            <a:extLst xmlns:a="http://schemas.openxmlformats.org/drawingml/2006/main">
              <a:ext uri="{FF2B5EF4-FFF2-40B4-BE49-F238E27FC236}">
                <a16:creationId xmlns:a16="http://schemas.microsoft.com/office/drawing/2014/main" id="{7FBDBE98-02F7-4668-89F7-7C9DCDCA6D73}"/>
              </a:ext>
            </a:extLst>
          </p:cNvPr>
          <p:cNvSpPr>
            <a:spLocks xmlns:a="http://schemas.openxmlformats.org/drawingml/2006/main" noGrp="1"/>
          </p:cNvSpPr>
          <p:nvPr/>
        </p:nvSpPr>
        <p:spPr>
          <a:xfrm xmlns:a="http://schemas.openxmlformats.org/drawingml/2006/main">
            <a:off x="5120640" y="3618357"/>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generate_heuristic_understanding()</a:t>
            </a:r>
          </a:p>
        </p:txBody>
      </p:sp>
      <p:sp>
        <p:nvSpPr>
          <p:cNvPr id="59" name="Diagram connector">
            <a:extLst xmlns:a="http://schemas.openxmlformats.org/drawingml/2006/main">
              <a:ext uri="{FF2B5EF4-FFF2-40B4-BE49-F238E27FC236}">
                <a16:creationId xmlns:a16="http://schemas.microsoft.com/office/drawing/2014/main" id="{0BE3FE6A-9889-4F76-B8A1-833CFB41F6F2}"/>
              </a:ext>
            </a:extLst>
          </p:cNvPr>
          <p:cNvSpPr>
            <a:spLocks xmlns:a="http://schemas.openxmlformats.org/drawingml/2006/main" noGrp="1"/>
          </p:cNvSpPr>
          <p:nvPr/>
        </p:nvSpPr>
        <p:spPr>
          <a:xfrm xmlns:a="http://schemas.openxmlformats.org/drawingml/2006/main">
            <a:off x="4595813" y="4095369"/>
            <a:ext cx="1210627" cy="9525"/>
          </a:xfrm>
          <a:custGeom xmlns:a="http://schemas.openxmlformats.org/drawingml/2006/main">
            <a:pathLst>
              <a:path w="1210627" h="9525">
                <a:moveTo>
                  <a:pt x="1210627" y="0"/>
                </a:moveTo>
                <a:lnTo>
                  <a:pt x="0" y="0"/>
                </a:lnTo>
              </a:path>
            </a:pathLst>
          </a:custGeom>
          <a:noFill xmlns:a="http://schemas.openxmlformats.org/drawingml/2006/main"/>
          <a:ln xmlns:a="http://schemas.openxmlformats.org/drawingml/2006/main" w="12383">
            <a:solidFill>
              <a:srgbClr val="132C43"/>
            </a:solidFill>
            <a:prstDash val="dash"/>
          </a:ln>
        </p:spPr>
      </p:sp>
      <p:sp>
        <p:nvSpPr>
          <p:cNvPr id="60" name="Diagram connector">
            <a:extLst xmlns:a="http://schemas.openxmlformats.org/drawingml/2006/main">
              <a:ext uri="{FF2B5EF4-FFF2-40B4-BE49-F238E27FC236}">
                <a16:creationId xmlns:a16="http://schemas.microsoft.com/office/drawing/2014/main" id="{D824B886-2DD9-4A61-93FD-577E7BB44236}"/>
              </a:ext>
            </a:extLst>
          </p:cNvPr>
          <p:cNvSpPr>
            <a:spLocks xmlns:a="http://schemas.openxmlformats.org/drawingml/2006/main" noGrp="1"/>
          </p:cNvSpPr>
          <p:nvPr/>
        </p:nvSpPr>
        <p:spPr>
          <a:xfrm xmlns:a="http://schemas.openxmlformats.org/drawingml/2006/main">
            <a:off x="4595813" y="4057269"/>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1" name="Structured output + evidence label">
            <a:extLst xmlns:a="http://schemas.openxmlformats.org/drawingml/2006/main">
              <a:ext uri="{FF2B5EF4-FFF2-40B4-BE49-F238E27FC236}">
                <a16:creationId xmlns:a16="http://schemas.microsoft.com/office/drawing/2014/main" id="{B08817C4-5D2B-432B-9253-6260BF5EA61A}"/>
              </a:ext>
            </a:extLst>
          </p:cNvPr>
          <p:cNvSpPr>
            <a:spLocks xmlns:a="http://schemas.openxmlformats.org/drawingml/2006/main" noGrp="1"/>
          </p:cNvSpPr>
          <p:nvPr/>
        </p:nvSpPr>
        <p:spPr>
          <a:xfrm xmlns:a="http://schemas.openxmlformats.org/drawingml/2006/main">
            <a:off x="3772376" y="3962019"/>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Structured output + evidence label</a:t>
            </a:r>
          </a:p>
        </p:txBody>
      </p:sp>
      <p:sp>
        <p:nvSpPr>
          <p:cNvPr id="62" name="Diagram connector">
            <a:extLst xmlns:a="http://schemas.openxmlformats.org/drawingml/2006/main">
              <a:ext uri="{FF2B5EF4-FFF2-40B4-BE49-F238E27FC236}">
                <a16:creationId xmlns:a16="http://schemas.microsoft.com/office/drawing/2014/main" id="{AD063B5F-2897-41EA-95AC-3469DFE31988}"/>
              </a:ext>
            </a:extLst>
          </p:cNvPr>
          <p:cNvSpPr>
            <a:spLocks xmlns:a="http://schemas.openxmlformats.org/drawingml/2006/main" noGrp="1"/>
          </p:cNvSpPr>
          <p:nvPr/>
        </p:nvSpPr>
        <p:spPr>
          <a:xfrm xmlns:a="http://schemas.openxmlformats.org/drawingml/2006/main">
            <a:off x="4595813" y="4298442"/>
            <a:ext cx="3631882" cy="9525"/>
          </a:xfrm>
          <a:custGeom xmlns:a="http://schemas.openxmlformats.org/drawingml/2006/main">
            <a:pathLst>
              <a:path w="3631882" h="9525">
                <a:moveTo>
                  <a:pt x="0" y="0"/>
                </a:moveTo>
                <a:lnTo>
                  <a:pt x="3631882" y="0"/>
                </a:lnTo>
              </a:path>
            </a:pathLst>
          </a:custGeom>
          <a:noFill xmlns:a="http://schemas.openxmlformats.org/drawingml/2006/main"/>
          <a:ln xmlns:a="http://schemas.openxmlformats.org/drawingml/2006/main" w="12383">
            <a:solidFill>
              <a:srgbClr val="132C43"/>
            </a:solidFill>
            <a:prstDash val="solid"/>
          </a:ln>
        </p:spPr>
      </p:sp>
      <p:sp>
        <p:nvSpPr>
          <p:cNvPr id="63" name="Diagram connector">
            <a:extLst xmlns:a="http://schemas.openxmlformats.org/drawingml/2006/main">
              <a:ext uri="{FF2B5EF4-FFF2-40B4-BE49-F238E27FC236}">
                <a16:creationId xmlns:a16="http://schemas.microsoft.com/office/drawing/2014/main" id="{BC8483E9-CB3F-4148-BCBB-84A69A2203D7}"/>
              </a:ext>
            </a:extLst>
          </p:cNvPr>
          <p:cNvSpPr>
            <a:spLocks xmlns:a="http://schemas.openxmlformats.org/drawingml/2006/main" noGrp="1"/>
          </p:cNvSpPr>
          <p:nvPr/>
        </p:nvSpPr>
        <p:spPr>
          <a:xfrm xmlns:a="http://schemas.openxmlformats.org/drawingml/2006/main">
            <a:off x="8132445" y="426034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4" name="evaluate_requirements(output)">
            <a:extLst xmlns:a="http://schemas.openxmlformats.org/drawingml/2006/main">
              <a:ext uri="{FF2B5EF4-FFF2-40B4-BE49-F238E27FC236}">
                <a16:creationId xmlns:a16="http://schemas.microsoft.com/office/drawing/2014/main" id="{BF78F70B-2C20-4B29-953A-252207E99E1F}"/>
              </a:ext>
            </a:extLst>
          </p:cNvPr>
          <p:cNvSpPr>
            <a:spLocks xmlns:a="http://schemas.openxmlformats.org/drawingml/2006/main" noGrp="1"/>
          </p:cNvSpPr>
          <p:nvPr/>
        </p:nvSpPr>
        <p:spPr>
          <a:xfrm xmlns:a="http://schemas.openxmlformats.org/drawingml/2006/main">
            <a:off x="4167188" y="4165092"/>
            <a:ext cx="448913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evaluate_requirements(output)</a:t>
            </a:r>
          </a:p>
        </p:txBody>
      </p:sp>
      <p:sp>
        <p:nvSpPr>
          <p:cNvPr id="65" name="Diagram connector">
            <a:extLst xmlns:a="http://schemas.openxmlformats.org/drawingml/2006/main">
              <a:ext uri="{FF2B5EF4-FFF2-40B4-BE49-F238E27FC236}">
                <a16:creationId xmlns:a16="http://schemas.microsoft.com/office/drawing/2014/main" id="{816CF8FE-86BB-464D-8F59-8D9CA5FA27CE}"/>
              </a:ext>
            </a:extLst>
          </p:cNvPr>
          <p:cNvSpPr>
            <a:spLocks xmlns:a="http://schemas.openxmlformats.org/drawingml/2006/main" noGrp="1"/>
          </p:cNvSpPr>
          <p:nvPr/>
        </p:nvSpPr>
        <p:spPr>
          <a:xfrm xmlns:a="http://schemas.openxmlformats.org/drawingml/2006/main">
            <a:off x="4595813" y="4485894"/>
            <a:ext cx="3631882" cy="9525"/>
          </a:xfrm>
          <a:custGeom xmlns:a="http://schemas.openxmlformats.org/drawingml/2006/main">
            <a:pathLst>
              <a:path w="3631882" h="9525">
                <a:moveTo>
                  <a:pt x="3631882" y="0"/>
                </a:moveTo>
                <a:lnTo>
                  <a:pt x="0" y="0"/>
                </a:lnTo>
              </a:path>
            </a:pathLst>
          </a:custGeom>
          <a:noFill xmlns:a="http://schemas.openxmlformats.org/drawingml/2006/main"/>
          <a:ln xmlns:a="http://schemas.openxmlformats.org/drawingml/2006/main" w="12383">
            <a:solidFill>
              <a:srgbClr val="132C43"/>
            </a:solidFill>
            <a:prstDash val="dash"/>
          </a:ln>
        </p:spPr>
      </p:sp>
      <p:sp>
        <p:nvSpPr>
          <p:cNvPr id="66" name="Diagram connector">
            <a:extLst xmlns:a="http://schemas.openxmlformats.org/drawingml/2006/main">
              <a:ext uri="{FF2B5EF4-FFF2-40B4-BE49-F238E27FC236}">
                <a16:creationId xmlns:a16="http://schemas.microsoft.com/office/drawing/2014/main" id="{49C44473-94E8-4296-A7D8-D9EF077809C0}"/>
              </a:ext>
            </a:extLst>
          </p:cNvPr>
          <p:cNvSpPr>
            <a:spLocks xmlns:a="http://schemas.openxmlformats.org/drawingml/2006/main" noGrp="1"/>
          </p:cNvSpPr>
          <p:nvPr/>
        </p:nvSpPr>
        <p:spPr>
          <a:xfrm xmlns:a="http://schemas.openxmlformats.org/drawingml/2006/main">
            <a:off x="4595813" y="4447794"/>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7" name="Questions + readiness">
            <a:extLst xmlns:a="http://schemas.openxmlformats.org/drawingml/2006/main">
              <a:ext uri="{FF2B5EF4-FFF2-40B4-BE49-F238E27FC236}">
                <a16:creationId xmlns:a16="http://schemas.microsoft.com/office/drawing/2014/main" id="{6F6E4958-2444-4671-AA80-039BA5E15420}"/>
              </a:ext>
            </a:extLst>
          </p:cNvPr>
          <p:cNvSpPr>
            <a:spLocks xmlns:a="http://schemas.openxmlformats.org/drawingml/2006/main" noGrp="1"/>
          </p:cNvSpPr>
          <p:nvPr/>
        </p:nvSpPr>
        <p:spPr>
          <a:xfrm xmlns:a="http://schemas.openxmlformats.org/drawingml/2006/main">
            <a:off x="4167188" y="4352544"/>
            <a:ext cx="448913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Questions + readiness</a:t>
            </a:r>
          </a:p>
        </p:txBody>
      </p:sp>
      <p:sp>
        <p:nvSpPr>
          <p:cNvPr id="68" name="Diagram connector">
            <a:extLst xmlns:a="http://schemas.openxmlformats.org/drawingml/2006/main">
              <a:ext uri="{FF2B5EF4-FFF2-40B4-BE49-F238E27FC236}">
                <a16:creationId xmlns:a16="http://schemas.microsoft.com/office/drawing/2014/main" id="{95DCCDC5-C853-4051-AAFE-1A6D75F09B23}"/>
              </a:ext>
            </a:extLst>
          </p:cNvPr>
          <p:cNvSpPr>
            <a:spLocks xmlns:a="http://schemas.openxmlformats.org/drawingml/2006/main" noGrp="1"/>
          </p:cNvSpPr>
          <p:nvPr/>
        </p:nvSpPr>
        <p:spPr>
          <a:xfrm xmlns:a="http://schemas.openxmlformats.org/drawingml/2006/main">
            <a:off x="4595813" y="4673346"/>
            <a:ext cx="4842510" cy="9525"/>
          </a:xfrm>
          <a:custGeom xmlns:a="http://schemas.openxmlformats.org/drawingml/2006/main">
            <a:pathLst>
              <a:path w="4842510" h="9525">
                <a:moveTo>
                  <a:pt x="0" y="0"/>
                </a:moveTo>
                <a:lnTo>
                  <a:pt x="4842510" y="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3EF9E64B-C8AE-4B16-93C0-21A28E368E2B}"/>
              </a:ext>
            </a:extLst>
          </p:cNvPr>
          <p:cNvSpPr>
            <a:spLocks xmlns:a="http://schemas.openxmlformats.org/drawingml/2006/main" noGrp="1"/>
          </p:cNvSpPr>
          <p:nvPr/>
        </p:nvSpPr>
        <p:spPr>
          <a:xfrm xmlns:a="http://schemas.openxmlformats.org/drawingml/2006/main">
            <a:off x="9343073" y="4635246"/>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emit_event: save context and events">
            <a:extLst xmlns:a="http://schemas.openxmlformats.org/drawingml/2006/main">
              <a:ext uri="{FF2B5EF4-FFF2-40B4-BE49-F238E27FC236}">
                <a16:creationId xmlns:a16="http://schemas.microsoft.com/office/drawing/2014/main" id="{7D0B2345-62D5-499E-9F1A-EA97116614BF}"/>
              </a:ext>
            </a:extLst>
          </p:cNvPr>
          <p:cNvSpPr>
            <a:spLocks xmlns:a="http://schemas.openxmlformats.org/drawingml/2006/main" noGrp="1"/>
          </p:cNvSpPr>
          <p:nvPr/>
        </p:nvSpPr>
        <p:spPr>
          <a:xfrm xmlns:a="http://schemas.openxmlformats.org/drawingml/2006/main">
            <a:off x="4167188" y="4539996"/>
            <a:ext cx="569976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emit_event: save context and events</a:t>
            </a:r>
          </a:p>
        </p:txBody>
      </p:sp>
      <p:sp>
        <p:nvSpPr>
          <p:cNvPr id="71" name="Diagram connector">
            <a:extLst xmlns:a="http://schemas.openxmlformats.org/drawingml/2006/main">
              <a:ext uri="{FF2B5EF4-FFF2-40B4-BE49-F238E27FC236}">
                <a16:creationId xmlns:a16="http://schemas.microsoft.com/office/drawing/2014/main" id="{081095D9-1FF3-42FC-A2F7-DBA3A81FCDE2}"/>
              </a:ext>
            </a:extLst>
          </p:cNvPr>
          <p:cNvSpPr>
            <a:spLocks xmlns:a="http://schemas.openxmlformats.org/drawingml/2006/main" noGrp="1"/>
          </p:cNvSpPr>
          <p:nvPr/>
        </p:nvSpPr>
        <p:spPr>
          <a:xfrm xmlns:a="http://schemas.openxmlformats.org/drawingml/2006/main">
            <a:off x="3385185" y="4860798"/>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72" name="Diagram connector">
            <a:extLst xmlns:a="http://schemas.openxmlformats.org/drawingml/2006/main">
              <a:ext uri="{FF2B5EF4-FFF2-40B4-BE49-F238E27FC236}">
                <a16:creationId xmlns:a16="http://schemas.microsoft.com/office/drawing/2014/main" id="{276ADFD2-A870-407B-97D7-0FF577D45D6E}"/>
              </a:ext>
            </a:extLst>
          </p:cNvPr>
          <p:cNvSpPr>
            <a:spLocks xmlns:a="http://schemas.openxmlformats.org/drawingml/2006/main" noGrp="1"/>
          </p:cNvSpPr>
          <p:nvPr/>
        </p:nvSpPr>
        <p:spPr>
          <a:xfrm xmlns:a="http://schemas.openxmlformats.org/drawingml/2006/main">
            <a:off x="3385185" y="4822698"/>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3" name="Context + next clarification">
            <a:extLst xmlns:a="http://schemas.openxmlformats.org/drawingml/2006/main">
              <a:ext uri="{FF2B5EF4-FFF2-40B4-BE49-F238E27FC236}">
                <a16:creationId xmlns:a16="http://schemas.microsoft.com/office/drawing/2014/main" id="{607B89E9-6C89-4249-811B-2605BC975304}"/>
              </a:ext>
            </a:extLst>
          </p:cNvPr>
          <p:cNvSpPr>
            <a:spLocks xmlns:a="http://schemas.openxmlformats.org/drawingml/2006/main" noGrp="1"/>
          </p:cNvSpPr>
          <p:nvPr/>
        </p:nvSpPr>
        <p:spPr>
          <a:xfrm xmlns:a="http://schemas.openxmlformats.org/drawingml/2006/main">
            <a:off x="2561749" y="4727448"/>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Context + next clarification</a:t>
            </a:r>
          </a:p>
        </p:txBody>
      </p:sp>
      <p:sp>
        <p:nvSpPr>
          <p:cNvPr id="74" name="Diagram connector">
            <a:extLst xmlns:a="http://schemas.openxmlformats.org/drawingml/2006/main">
              <a:ext uri="{FF2B5EF4-FFF2-40B4-BE49-F238E27FC236}">
                <a16:creationId xmlns:a16="http://schemas.microsoft.com/office/drawing/2014/main" id="{733473E5-E5BF-4767-8738-1A18B266C94D}"/>
              </a:ext>
            </a:extLst>
          </p:cNvPr>
          <p:cNvSpPr>
            <a:spLocks xmlns:a="http://schemas.openxmlformats.org/drawingml/2006/main" noGrp="1"/>
          </p:cNvSpPr>
          <p:nvPr/>
        </p:nvSpPr>
        <p:spPr>
          <a:xfrm xmlns:a="http://schemas.openxmlformats.org/drawingml/2006/main">
            <a:off x="2174558" y="5204460"/>
            <a:ext cx="1210627" cy="9525"/>
          </a:xfrm>
          <a:custGeom xmlns:a="http://schemas.openxmlformats.org/drawingml/2006/main">
            <a:pathLst>
              <a:path w="1210627" h="9525">
                <a:moveTo>
                  <a:pt x="0" y="0"/>
                </a:moveTo>
                <a:lnTo>
                  <a:pt x="1210627" y="0"/>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ED8146F2-6938-4645-B400-53D6AA5717D7}"/>
              </a:ext>
            </a:extLst>
          </p:cNvPr>
          <p:cNvSpPr>
            <a:spLocks xmlns:a="http://schemas.openxmlformats.org/drawingml/2006/main" noGrp="1"/>
          </p:cNvSpPr>
          <p:nvPr/>
        </p:nvSpPr>
        <p:spPr>
          <a:xfrm xmlns:a="http://schemas.openxmlformats.org/drawingml/2006/main">
            <a:off x="3289935" y="516636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6" name="Answer question">
            <a:extLst xmlns:a="http://schemas.openxmlformats.org/drawingml/2006/main">
              <a:ext uri="{FF2B5EF4-FFF2-40B4-BE49-F238E27FC236}">
                <a16:creationId xmlns:a16="http://schemas.microsoft.com/office/drawing/2014/main" id="{0F5D001E-703E-4B26-9D0C-254443D54E8E}"/>
              </a:ext>
            </a:extLst>
          </p:cNvPr>
          <p:cNvSpPr>
            <a:spLocks xmlns:a="http://schemas.openxmlformats.org/drawingml/2006/main" noGrp="1"/>
          </p:cNvSpPr>
          <p:nvPr/>
        </p:nvSpPr>
        <p:spPr>
          <a:xfrm xmlns:a="http://schemas.openxmlformats.org/drawingml/2006/main">
            <a:off x="1351121" y="507111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Answer question</a:t>
            </a:r>
          </a:p>
        </p:txBody>
      </p:sp>
      <p:sp>
        <p:nvSpPr>
          <p:cNvPr id="77" name="Diagram connector">
            <a:extLst xmlns:a="http://schemas.openxmlformats.org/drawingml/2006/main">
              <a:ext uri="{FF2B5EF4-FFF2-40B4-BE49-F238E27FC236}">
                <a16:creationId xmlns:a16="http://schemas.microsoft.com/office/drawing/2014/main" id="{1DCE43DB-C874-4875-9842-2D24ACE923F9}"/>
              </a:ext>
            </a:extLst>
          </p:cNvPr>
          <p:cNvSpPr>
            <a:spLocks xmlns:a="http://schemas.openxmlformats.org/drawingml/2006/main" noGrp="1"/>
          </p:cNvSpPr>
          <p:nvPr/>
        </p:nvSpPr>
        <p:spPr>
          <a:xfrm xmlns:a="http://schemas.openxmlformats.org/drawingml/2006/main">
            <a:off x="3385185" y="5391912"/>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A8C84553-4E9A-4E7C-A2AE-883B53217122}"/>
              </a:ext>
            </a:extLst>
          </p:cNvPr>
          <p:cNvSpPr>
            <a:spLocks xmlns:a="http://schemas.openxmlformats.org/drawingml/2006/main" noGrp="1"/>
          </p:cNvSpPr>
          <p:nvPr/>
        </p:nvSpPr>
        <p:spPr>
          <a:xfrm xmlns:a="http://schemas.openxmlformats.org/drawingml/2006/main">
            <a:off x="4500563" y="535381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9" name="POST /{id}/clarify">
            <a:extLst xmlns:a="http://schemas.openxmlformats.org/drawingml/2006/main">
              <a:ext uri="{FF2B5EF4-FFF2-40B4-BE49-F238E27FC236}">
                <a16:creationId xmlns:a16="http://schemas.microsoft.com/office/drawing/2014/main" id="{006E0863-1A2F-4A21-8443-975A3698DE51}"/>
              </a:ext>
            </a:extLst>
          </p:cNvPr>
          <p:cNvSpPr>
            <a:spLocks xmlns:a="http://schemas.openxmlformats.org/drawingml/2006/main" noGrp="1"/>
          </p:cNvSpPr>
          <p:nvPr/>
        </p:nvSpPr>
        <p:spPr>
          <a:xfrm xmlns:a="http://schemas.openxmlformats.org/drawingml/2006/main">
            <a:off x="2561749" y="5258562"/>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POST /{id}/clarify</a:t>
            </a:r>
          </a:p>
        </p:txBody>
      </p:sp>
      <p:sp>
        <p:nvSpPr>
          <p:cNvPr id="80" name="Diagram connector">
            <a:extLst xmlns:a="http://schemas.openxmlformats.org/drawingml/2006/main">
              <a:ext uri="{FF2B5EF4-FFF2-40B4-BE49-F238E27FC236}">
                <a16:creationId xmlns:a16="http://schemas.microsoft.com/office/drawing/2014/main" id="{FA1AD16C-3758-4F38-9AC7-38385ED49743}"/>
              </a:ext>
            </a:extLst>
          </p:cNvPr>
          <p:cNvSpPr>
            <a:spLocks xmlns:a="http://schemas.openxmlformats.org/drawingml/2006/main" noGrp="1"/>
          </p:cNvSpPr>
          <p:nvPr/>
        </p:nvSpPr>
        <p:spPr>
          <a:xfrm xmlns:a="http://schemas.openxmlformats.org/drawingml/2006/main">
            <a:off x="4595813" y="5579364"/>
            <a:ext cx="312420" cy="101536"/>
          </a:xfrm>
          <a:custGeom xmlns:a="http://schemas.openxmlformats.org/drawingml/2006/main">
            <a:pathLst>
              <a:path w="312420" h="101536">
                <a:moveTo>
                  <a:pt x="0" y="0"/>
                </a:moveTo>
                <a:lnTo>
                  <a:pt x="312420" y="0"/>
                </a:lnTo>
                <a:lnTo>
                  <a:pt x="312420" y="101536"/>
                </a:lnTo>
                <a:lnTo>
                  <a:pt x="0" y="101536"/>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1DFFF9F5-B6EF-4B91-A480-C6C81A75799A}"/>
              </a:ext>
            </a:extLst>
          </p:cNvPr>
          <p:cNvSpPr>
            <a:spLocks xmlns:a="http://schemas.openxmlformats.org/drawingml/2006/main" noGrp="1"/>
          </p:cNvSpPr>
          <p:nvPr/>
        </p:nvSpPr>
        <p:spPr>
          <a:xfrm xmlns:a="http://schemas.openxmlformats.org/drawingml/2006/main">
            <a:off x="4595813" y="5642801"/>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2" name="Update answer; find next pending">
            <a:extLst xmlns:a="http://schemas.openxmlformats.org/drawingml/2006/main">
              <a:ext uri="{FF2B5EF4-FFF2-40B4-BE49-F238E27FC236}">
                <a16:creationId xmlns:a16="http://schemas.microsoft.com/office/drawing/2014/main" id="{6B53536B-B2B7-4556-A105-E7DDED46106A}"/>
              </a:ext>
            </a:extLst>
          </p:cNvPr>
          <p:cNvSpPr>
            <a:spLocks xmlns:a="http://schemas.openxmlformats.org/drawingml/2006/main" noGrp="1"/>
          </p:cNvSpPr>
          <p:nvPr/>
        </p:nvSpPr>
        <p:spPr>
          <a:xfrm xmlns:a="http://schemas.openxmlformats.org/drawingml/2006/main">
            <a:off x="3910013" y="5446014"/>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Update answer; find next pending</a:t>
            </a:r>
          </a:p>
        </p:txBody>
      </p:sp>
      <p:sp>
        <p:nvSpPr>
          <p:cNvPr id="83" name="Diagram connector">
            <a:extLst xmlns:a="http://schemas.openxmlformats.org/drawingml/2006/main">
              <a:ext uri="{FF2B5EF4-FFF2-40B4-BE49-F238E27FC236}">
                <a16:creationId xmlns:a16="http://schemas.microsoft.com/office/drawing/2014/main" id="{2B0DF427-747E-4B5F-9303-15E05FA58E4E}"/>
              </a:ext>
            </a:extLst>
          </p:cNvPr>
          <p:cNvSpPr>
            <a:spLocks xmlns:a="http://schemas.openxmlformats.org/drawingml/2006/main" noGrp="1"/>
          </p:cNvSpPr>
          <p:nvPr/>
        </p:nvSpPr>
        <p:spPr>
          <a:xfrm xmlns:a="http://schemas.openxmlformats.org/drawingml/2006/main">
            <a:off x="4595813" y="5798058"/>
            <a:ext cx="4842510" cy="9525"/>
          </a:xfrm>
          <a:custGeom xmlns:a="http://schemas.openxmlformats.org/drawingml/2006/main">
            <a:pathLst>
              <a:path w="4842510" h="9525">
                <a:moveTo>
                  <a:pt x="0" y="0"/>
                </a:moveTo>
                <a:lnTo>
                  <a:pt x="4842510" y="0"/>
                </a:lnTo>
              </a:path>
            </a:pathLst>
          </a:custGeom>
          <a:noFill xmlns:a="http://schemas.openxmlformats.org/drawingml/2006/main"/>
          <a:ln xmlns:a="http://schemas.openxmlformats.org/drawingml/2006/main" w="12383">
            <a:solidFill>
              <a:srgbClr val="132C43"/>
            </a:solidFill>
            <a:prstDash val="solid"/>
          </a:ln>
        </p:spPr>
      </p:sp>
      <p:sp>
        <p:nvSpPr>
          <p:cNvPr id="84" name="Diagram connector">
            <a:extLst xmlns:a="http://schemas.openxmlformats.org/drawingml/2006/main">
              <a:ext uri="{FF2B5EF4-FFF2-40B4-BE49-F238E27FC236}">
                <a16:creationId xmlns:a16="http://schemas.microsoft.com/office/drawing/2014/main" id="{35857A36-B13A-45E1-9C1A-9FC60B78F21A}"/>
              </a:ext>
            </a:extLst>
          </p:cNvPr>
          <p:cNvSpPr>
            <a:spLocks xmlns:a="http://schemas.openxmlformats.org/drawingml/2006/main" noGrp="1"/>
          </p:cNvSpPr>
          <p:nvPr/>
        </p:nvSpPr>
        <p:spPr>
          <a:xfrm xmlns:a="http://schemas.openxmlformats.org/drawingml/2006/main">
            <a:off x="9343073" y="575995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5" name="emit_event: save updated context">
            <a:extLst xmlns:a="http://schemas.openxmlformats.org/drawingml/2006/main">
              <a:ext uri="{FF2B5EF4-FFF2-40B4-BE49-F238E27FC236}">
                <a16:creationId xmlns:a16="http://schemas.microsoft.com/office/drawing/2014/main" id="{F48C35D7-F159-4E9B-B7AF-1657AD6A3981}"/>
              </a:ext>
            </a:extLst>
          </p:cNvPr>
          <p:cNvSpPr>
            <a:spLocks xmlns:a="http://schemas.openxmlformats.org/drawingml/2006/main" noGrp="1"/>
          </p:cNvSpPr>
          <p:nvPr/>
        </p:nvSpPr>
        <p:spPr>
          <a:xfrm xmlns:a="http://schemas.openxmlformats.org/drawingml/2006/main">
            <a:off x="4167188" y="5664708"/>
            <a:ext cx="569976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emit_event: save updated context</a:t>
            </a:r>
          </a:p>
        </p:txBody>
      </p:sp>
      <p:sp>
        <p:nvSpPr>
          <p:cNvPr id="86" name="Diagram connector">
            <a:extLst xmlns:a="http://schemas.openxmlformats.org/drawingml/2006/main">
              <a:ext uri="{FF2B5EF4-FFF2-40B4-BE49-F238E27FC236}">
                <a16:creationId xmlns:a16="http://schemas.microsoft.com/office/drawing/2014/main" id="{C51AFBB2-4FF7-4BFC-B0AB-A9B6F8B6AF7E}"/>
              </a:ext>
            </a:extLst>
          </p:cNvPr>
          <p:cNvSpPr>
            <a:spLocks xmlns:a="http://schemas.openxmlformats.org/drawingml/2006/main" noGrp="1"/>
          </p:cNvSpPr>
          <p:nvPr/>
        </p:nvSpPr>
        <p:spPr>
          <a:xfrm xmlns:a="http://schemas.openxmlformats.org/drawingml/2006/main">
            <a:off x="3385185" y="5985510"/>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87" name="Diagram connector">
            <a:extLst xmlns:a="http://schemas.openxmlformats.org/drawingml/2006/main">
              <a:ext uri="{FF2B5EF4-FFF2-40B4-BE49-F238E27FC236}">
                <a16:creationId xmlns:a16="http://schemas.microsoft.com/office/drawing/2014/main" id="{04870784-E2DE-4DF3-BCF7-CB403484B940}"/>
              </a:ext>
            </a:extLst>
          </p:cNvPr>
          <p:cNvSpPr>
            <a:spLocks xmlns:a="http://schemas.openxmlformats.org/drawingml/2006/main" noGrp="1"/>
          </p:cNvSpPr>
          <p:nvPr/>
        </p:nvSpPr>
        <p:spPr>
          <a:xfrm xmlns:a="http://schemas.openxmlformats.org/drawingml/2006/main">
            <a:off x="3385185" y="594741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8" name="Next question / requirements validated">
            <a:extLst xmlns:a="http://schemas.openxmlformats.org/drawingml/2006/main">
              <a:ext uri="{FF2B5EF4-FFF2-40B4-BE49-F238E27FC236}">
                <a16:creationId xmlns:a16="http://schemas.microsoft.com/office/drawing/2014/main" id="{38E017D4-406E-4E14-BB56-40DF21570261}"/>
              </a:ext>
            </a:extLst>
          </p:cNvPr>
          <p:cNvSpPr>
            <a:spLocks xmlns:a="http://schemas.openxmlformats.org/drawingml/2006/main" noGrp="1"/>
          </p:cNvSpPr>
          <p:nvPr/>
        </p:nvSpPr>
        <p:spPr>
          <a:xfrm xmlns:a="http://schemas.openxmlformats.org/drawingml/2006/main">
            <a:off x="2561749" y="585216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Next question / requirements validated</a:t>
            </a:r>
          </a:p>
        </p:txBody>
      </p:sp>
      <p:sp>
        <p:nvSpPr>
          <p:cNvPr id="89" name="rect">
            <a:extLst xmlns:a="http://schemas.openxmlformats.org/drawingml/2006/main">
              <a:ext uri="{FF2B5EF4-FFF2-40B4-BE49-F238E27FC236}">
                <a16:creationId xmlns:a16="http://schemas.microsoft.com/office/drawing/2014/main" id="{7E0232B4-EA89-4805-A694-882B4042E656}"/>
              </a:ext>
            </a:extLst>
          </p:cNvPr>
          <p:cNvSpPr>
            <a:spLocks xmlns:a="http://schemas.openxmlformats.org/drawingml/2006/main" noGrp="1"/>
          </p:cNvSpPr>
          <p:nvPr/>
        </p:nvSpPr>
        <p:spPr>
          <a:xfrm xmlns:a="http://schemas.openxmlformats.org/drawingml/2006/main">
            <a:off x="5122545" y="2839593"/>
            <a:ext cx="129921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90" name="alt [valid extraction]">
            <a:extLst xmlns:a="http://schemas.openxmlformats.org/drawingml/2006/main">
              <a:ext uri="{FF2B5EF4-FFF2-40B4-BE49-F238E27FC236}">
                <a16:creationId xmlns:a16="http://schemas.microsoft.com/office/drawing/2014/main" id="{FC7BC72A-94C1-4FF6-A5B3-539ADC620CB4}"/>
              </a:ext>
            </a:extLst>
          </p:cNvPr>
          <p:cNvSpPr>
            <a:spLocks xmlns:a="http://schemas.openxmlformats.org/drawingml/2006/main" noGrp="1"/>
          </p:cNvSpPr>
          <p:nvPr/>
        </p:nvSpPr>
        <p:spPr>
          <a:xfrm xmlns:a="http://schemas.openxmlformats.org/drawingml/2006/main">
            <a:off x="5151120" y="2839593"/>
            <a:ext cx="26384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alt [valid extraction]</a:t>
            </a:r>
          </a:p>
        </p:txBody>
      </p:sp>
      <p:sp>
        <p:nvSpPr>
          <p:cNvPr id="91" name="[invalid / unavailable]">
            <a:extLst xmlns:a="http://schemas.openxmlformats.org/drawingml/2006/main">
              <a:ext uri="{FF2B5EF4-FFF2-40B4-BE49-F238E27FC236}">
                <a16:creationId xmlns:a16="http://schemas.microsoft.com/office/drawing/2014/main" id="{D3390AB1-5943-4EE0-8D8B-69B9F18FAC59}"/>
              </a:ext>
            </a:extLst>
          </p:cNvPr>
          <p:cNvSpPr>
            <a:spLocks xmlns:a="http://schemas.openxmlformats.org/drawingml/2006/main" noGrp="1"/>
          </p:cNvSpPr>
          <p:nvPr/>
        </p:nvSpPr>
        <p:spPr>
          <a:xfrm xmlns:a="http://schemas.openxmlformats.org/drawingml/2006/main">
            <a:off x="5141595" y="3323844"/>
            <a:ext cx="265747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63" b="0">
                <a:solidFill>
                  <a:srgbClr val="132C43"/>
                </a:solidFill>
                <a:latin typeface="Times New Roman"/>
                <a:ea typeface="Times New Roman"/>
                <a:cs typeface="Times New Roman"/>
              </a:defRPr>
            </a:defPPr>
          </a:lstStyle>
          <a:p xmlns:a="http://schemas.openxmlformats.org/drawingml/2006/main">
            <a:pPr algn="l">
              <a:lnSpc>
                <a:spcPct val="104000"/>
              </a:lnSpc>
              <a:buNone/>
              <a:defRPr sz="863" b="0">
                <a:solidFill>
                  <a:srgbClr val="132C43"/>
                </a:solidFill>
                <a:latin typeface="Times New Roman"/>
                <a:ea typeface="Times New Roman"/>
                <a:cs typeface="Times New Roman"/>
              </a:defRPr>
            </a:pPr>
            <a:r>
              <a:rPr sz="863" b="0">
                <a:solidFill>
                  <a:srgbClr val="132C43"/>
                </a:solidFill>
                <a:latin typeface="Times New Roman"/>
                <a:ea typeface="Times New Roman"/>
                <a:cs typeface="Times New Roman"/>
              </a:rPr>
              <a:t>[invalid / unavailable]</a:t>
            </a:r>
          </a:p>
        </p:txBody>
      </p:sp>
      <p:sp>
        <p:nvSpPr>
          <p:cNvPr id="92" name="rect">
            <a:extLst xmlns:a="http://schemas.openxmlformats.org/drawingml/2006/main">
              <a:ext uri="{FF2B5EF4-FFF2-40B4-BE49-F238E27FC236}">
                <a16:creationId xmlns:a16="http://schemas.microsoft.com/office/drawing/2014/main" id="{D6BFC9EF-56BE-4F5A-A3B6-C39C4338C9AD}"/>
              </a:ext>
            </a:extLst>
          </p:cNvPr>
          <p:cNvSpPr>
            <a:spLocks xmlns:a="http://schemas.openxmlformats.org/drawingml/2006/main" noGrp="1"/>
          </p:cNvSpPr>
          <p:nvPr/>
        </p:nvSpPr>
        <p:spPr>
          <a:xfrm xmlns:a="http://schemas.openxmlformats.org/drawingml/2006/main">
            <a:off x="1881188" y="4979670"/>
            <a:ext cx="200787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93" name="loop [while clarification remains]">
            <a:extLst xmlns:a="http://schemas.openxmlformats.org/drawingml/2006/main">
              <a:ext uri="{FF2B5EF4-FFF2-40B4-BE49-F238E27FC236}">
                <a16:creationId xmlns:a16="http://schemas.microsoft.com/office/drawing/2014/main" id="{0873488E-7EA6-48BC-9302-37842C78015F}"/>
              </a:ext>
            </a:extLst>
          </p:cNvPr>
          <p:cNvSpPr>
            <a:spLocks xmlns:a="http://schemas.openxmlformats.org/drawingml/2006/main" noGrp="1"/>
          </p:cNvSpPr>
          <p:nvPr/>
        </p:nvSpPr>
        <p:spPr>
          <a:xfrm xmlns:a="http://schemas.openxmlformats.org/drawingml/2006/main">
            <a:off x="1909763" y="4979670"/>
            <a:ext cx="81057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loop [while clarification remains]</a:t>
            </a:r>
          </a:p>
        </p:txBody>
      </p:sp>
      <p:sp>
        <p:nvSpPr>
          <p:cNvPr id="94" name="An answered question updates the saved context before the API returns.">
            <a:extLst xmlns:a="http://schemas.openxmlformats.org/drawingml/2006/main">
              <a:ext uri="{FF2B5EF4-FFF2-40B4-BE49-F238E27FC236}">
                <a16:creationId xmlns:a16="http://schemas.microsoft.com/office/drawing/2014/main" id="{4F76B0B8-B3B8-453E-B035-265901DDABC7}"/>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An answered question updates the saved context before the API returns.</a:t>
            </a:r>
          </a:p>
        </p:txBody>
      </p:sp>
    </p:spTree>
    <p:extLst>
      <p:ext uri="{BB962C8B-B14F-4D97-AF65-F5344CB8AC3E}">
        <p14:creationId xmlns:p14="http://schemas.microsoft.com/office/powerpoint/2010/main" val="1267991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 name="2.4 SEQUENCE DIAGRAM B">
            <a:extLst xmlns:a="http://schemas.openxmlformats.org/drawingml/2006/main">
              <a:ext uri="{FF2B5EF4-FFF2-40B4-BE49-F238E27FC236}">
                <a16:creationId xmlns:a16="http://schemas.microsoft.com/office/drawing/2014/main" id="{1A29EB9E-285E-4BA9-A920-38EDA1604D11}"/>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2.4 SEQUENCE DIAGRAM B</a:t>
            </a:r>
          </a:p>
        </p:txBody>
      </p:sp>
      <p:sp>
        <p:nvSpPr>
          <p:cNvPr id="2" name="Background specialist planning">
            <a:extLst xmlns:a="http://schemas.openxmlformats.org/drawingml/2006/main">
              <a:ext uri="{FF2B5EF4-FFF2-40B4-BE49-F238E27FC236}">
                <a16:creationId xmlns:a16="http://schemas.microsoft.com/office/drawing/2014/main" id="{B7475317-4AAB-4C86-AD29-4DE13C5BE1E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Background specialist planning</a:t>
            </a:r>
          </a:p>
        </p:txBody>
      </p:sp>
      <p:sp>
        <p:nvSpPr>
          <p:cNvPr id="3" name="PROJECTFORGE AI">
            <a:extLst xmlns:a="http://schemas.openxmlformats.org/drawingml/2006/main">
              <a:ext uri="{FF2B5EF4-FFF2-40B4-BE49-F238E27FC236}">
                <a16:creationId xmlns:a16="http://schemas.microsoft.com/office/drawing/2014/main" id="{4F416B33-81CF-4115-B443-F6D17EE26652}"/>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2">
            <a:extLst xmlns:a="http://schemas.openxmlformats.org/drawingml/2006/main">
              <a:ext uri="{FF2B5EF4-FFF2-40B4-BE49-F238E27FC236}">
                <a16:creationId xmlns:a16="http://schemas.microsoft.com/office/drawing/2014/main" id="{C01AD46F-EAC0-41DA-A8D5-73539A867EE6}"/>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22</a:t>
            </a:r>
          </a:p>
        </p:txBody>
      </p:sp>
      <p:sp>
        <p:nvSpPr>
          <p:cNvPr id="5" name="Frontend">
            <a:extLst xmlns:a="http://schemas.openxmlformats.org/drawingml/2006/main">
              <a:ext uri="{FF2B5EF4-FFF2-40B4-BE49-F238E27FC236}">
                <a16:creationId xmlns:a16="http://schemas.microsoft.com/office/drawing/2014/main" id="{146EFE9C-F602-4007-8410-ACA50DE838F8}"/>
              </a:ext>
            </a:extLst>
          </p:cNvPr>
          <p:cNvSpPr>
            <a:spLocks xmlns:a="http://schemas.openxmlformats.org/drawingml/2006/main" noGrp="1"/>
          </p:cNvSpPr>
          <p:nvPr/>
        </p:nvSpPr>
        <p:spPr>
          <a:xfrm xmlns:a="http://schemas.openxmlformats.org/drawingml/2006/main">
            <a:off x="178784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Frontend</a:t>
            </a:r>
          </a:p>
        </p:txBody>
      </p:sp>
      <p:sp>
        <p:nvSpPr>
          <p:cNvPr id="6" name="Diagram connector">
            <a:extLst xmlns:a="http://schemas.openxmlformats.org/drawingml/2006/main">
              <a:ext uri="{FF2B5EF4-FFF2-40B4-BE49-F238E27FC236}">
                <a16:creationId xmlns:a16="http://schemas.microsoft.com/office/drawing/2014/main" id="{1D4F6C68-3DFD-4E15-BC34-ACF44F28C2CE}"/>
              </a:ext>
            </a:extLst>
          </p:cNvPr>
          <p:cNvSpPr>
            <a:spLocks xmlns:a="http://schemas.openxmlformats.org/drawingml/2006/main" noGrp="1"/>
          </p:cNvSpPr>
          <p:nvPr/>
        </p:nvSpPr>
        <p:spPr>
          <a:xfrm xmlns:a="http://schemas.openxmlformats.org/drawingml/2006/main">
            <a:off x="233076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7" name="Projects API">
            <a:extLst xmlns:a="http://schemas.openxmlformats.org/drawingml/2006/main">
              <a:ext uri="{FF2B5EF4-FFF2-40B4-BE49-F238E27FC236}">
                <a16:creationId xmlns:a16="http://schemas.microsoft.com/office/drawing/2014/main" id="{C490CAA2-CC0A-48B2-9AAB-5E4989C3B07B}"/>
              </a:ext>
            </a:extLst>
          </p:cNvPr>
          <p:cNvSpPr>
            <a:spLocks xmlns:a="http://schemas.openxmlformats.org/drawingml/2006/main" noGrp="1"/>
          </p:cNvSpPr>
          <p:nvPr/>
        </p:nvSpPr>
        <p:spPr>
          <a:xfrm xmlns:a="http://schemas.openxmlformats.org/drawingml/2006/main">
            <a:off x="2850071"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Projects API</a:t>
            </a:r>
          </a:p>
        </p:txBody>
      </p:sp>
      <p:sp>
        <p:nvSpPr>
          <p:cNvPr id="8" name="Diagram connector">
            <a:extLst xmlns:a="http://schemas.openxmlformats.org/drawingml/2006/main">
              <a:ext uri="{FF2B5EF4-FFF2-40B4-BE49-F238E27FC236}">
                <a16:creationId xmlns:a16="http://schemas.microsoft.com/office/drawing/2014/main" id="{A87C0D1C-C2DC-4B73-B94E-37547231E8F5}"/>
              </a:ext>
            </a:extLst>
          </p:cNvPr>
          <p:cNvSpPr>
            <a:spLocks xmlns:a="http://schemas.openxmlformats.org/drawingml/2006/main" noGrp="1"/>
          </p:cNvSpPr>
          <p:nvPr/>
        </p:nvSpPr>
        <p:spPr>
          <a:xfrm xmlns:a="http://schemas.openxmlformats.org/drawingml/2006/main">
            <a:off x="339299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9" name="Background">
            <a:extLst xmlns:a="http://schemas.openxmlformats.org/drawingml/2006/main">
              <a:ext uri="{FF2B5EF4-FFF2-40B4-BE49-F238E27FC236}">
                <a16:creationId xmlns:a16="http://schemas.microsoft.com/office/drawing/2014/main" id="{FCF481D1-8559-44F2-9F75-D21EA0C60E80}"/>
              </a:ext>
            </a:extLst>
          </p:cNvPr>
          <p:cNvSpPr>
            <a:spLocks xmlns:a="http://schemas.openxmlformats.org/drawingml/2006/main" noGrp="1"/>
          </p:cNvSpPr>
          <p:nvPr/>
        </p:nvSpPr>
        <p:spPr>
          <a:xfrm xmlns:a="http://schemas.openxmlformats.org/drawingml/2006/main">
            <a:off x="391229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Background</a:t>
            </a:r>
          </a:p>
        </p:txBody>
      </p:sp>
      <p:sp>
        <p:nvSpPr>
          <p:cNvPr id="10" name="Diagram connector">
            <a:extLst xmlns:a="http://schemas.openxmlformats.org/drawingml/2006/main">
              <a:ext uri="{FF2B5EF4-FFF2-40B4-BE49-F238E27FC236}">
                <a16:creationId xmlns:a16="http://schemas.microsoft.com/office/drawing/2014/main" id="{6B8D7586-7022-497F-B4FD-A861AFE7A2E3}"/>
              </a:ext>
            </a:extLst>
          </p:cNvPr>
          <p:cNvSpPr>
            <a:spLocks xmlns:a="http://schemas.openxmlformats.org/drawingml/2006/main" noGrp="1"/>
          </p:cNvSpPr>
          <p:nvPr/>
        </p:nvSpPr>
        <p:spPr>
          <a:xfrm xmlns:a="http://schemas.openxmlformats.org/drawingml/2006/main">
            <a:off x="445522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1" name="Specialist">
            <a:extLst xmlns:a="http://schemas.openxmlformats.org/drawingml/2006/main">
              <a:ext uri="{FF2B5EF4-FFF2-40B4-BE49-F238E27FC236}">
                <a16:creationId xmlns:a16="http://schemas.microsoft.com/office/drawing/2014/main" id="{10168E38-8A4E-4756-A611-F720A54F8B32}"/>
              </a:ext>
            </a:extLst>
          </p:cNvPr>
          <p:cNvSpPr>
            <a:spLocks xmlns:a="http://schemas.openxmlformats.org/drawingml/2006/main" noGrp="1"/>
          </p:cNvSpPr>
          <p:nvPr/>
        </p:nvSpPr>
        <p:spPr>
          <a:xfrm xmlns:a="http://schemas.openxmlformats.org/drawingml/2006/main">
            <a:off x="4974527"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Specialist</a:t>
            </a:r>
          </a:p>
        </p:txBody>
      </p:sp>
      <p:sp>
        <p:nvSpPr>
          <p:cNvPr id="12" name="Diagram connector">
            <a:extLst xmlns:a="http://schemas.openxmlformats.org/drawingml/2006/main">
              <a:ext uri="{FF2B5EF4-FFF2-40B4-BE49-F238E27FC236}">
                <a16:creationId xmlns:a16="http://schemas.microsoft.com/office/drawing/2014/main" id="{6CD797AE-F62F-44D1-9250-7C64985F4593}"/>
              </a:ext>
            </a:extLst>
          </p:cNvPr>
          <p:cNvSpPr>
            <a:spLocks xmlns:a="http://schemas.openxmlformats.org/drawingml/2006/main" noGrp="1"/>
          </p:cNvSpPr>
          <p:nvPr/>
        </p:nvSpPr>
        <p:spPr>
          <a:xfrm xmlns:a="http://schemas.openxmlformats.org/drawingml/2006/main">
            <a:off x="5517452"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3" name="Harness">
            <a:extLst xmlns:a="http://schemas.openxmlformats.org/drawingml/2006/main">
              <a:ext uri="{FF2B5EF4-FFF2-40B4-BE49-F238E27FC236}">
                <a16:creationId xmlns:a16="http://schemas.microsoft.com/office/drawing/2014/main" id="{0ED74202-3270-480B-8CD5-6285D201AA04}"/>
              </a:ext>
            </a:extLst>
          </p:cNvPr>
          <p:cNvSpPr>
            <a:spLocks xmlns:a="http://schemas.openxmlformats.org/drawingml/2006/main" noGrp="1"/>
          </p:cNvSpPr>
          <p:nvPr/>
        </p:nvSpPr>
        <p:spPr>
          <a:xfrm xmlns:a="http://schemas.openxmlformats.org/drawingml/2006/main">
            <a:off x="6036755"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Harness</a:t>
            </a:r>
          </a:p>
        </p:txBody>
      </p:sp>
      <p:sp>
        <p:nvSpPr>
          <p:cNvPr id="14" name="Diagram connector">
            <a:extLst xmlns:a="http://schemas.openxmlformats.org/drawingml/2006/main">
              <a:ext uri="{FF2B5EF4-FFF2-40B4-BE49-F238E27FC236}">
                <a16:creationId xmlns:a16="http://schemas.microsoft.com/office/drawing/2014/main" id="{E036BC65-56A5-46EE-9597-92896A8D06C1}"/>
              </a:ext>
            </a:extLst>
          </p:cNvPr>
          <p:cNvSpPr>
            <a:spLocks xmlns:a="http://schemas.openxmlformats.org/drawingml/2006/main" noGrp="1"/>
          </p:cNvSpPr>
          <p:nvPr/>
        </p:nvSpPr>
        <p:spPr>
          <a:xfrm xmlns:a="http://schemas.openxmlformats.org/drawingml/2006/main">
            <a:off x="6579680"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5" name="Local model">
            <a:extLst xmlns:a="http://schemas.openxmlformats.org/drawingml/2006/main">
              <a:ext uri="{FF2B5EF4-FFF2-40B4-BE49-F238E27FC236}">
                <a16:creationId xmlns:a16="http://schemas.microsoft.com/office/drawing/2014/main" id="{06789483-B561-41E0-A453-E5FBCE7BA5B2}"/>
              </a:ext>
            </a:extLst>
          </p:cNvPr>
          <p:cNvSpPr>
            <a:spLocks xmlns:a="http://schemas.openxmlformats.org/drawingml/2006/main" noGrp="1"/>
          </p:cNvSpPr>
          <p:nvPr/>
        </p:nvSpPr>
        <p:spPr>
          <a:xfrm xmlns:a="http://schemas.openxmlformats.org/drawingml/2006/main">
            <a:off x="709898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Local model</a:t>
            </a:r>
          </a:p>
        </p:txBody>
      </p:sp>
      <p:sp>
        <p:nvSpPr>
          <p:cNvPr id="16" name="Diagram connector">
            <a:extLst xmlns:a="http://schemas.openxmlformats.org/drawingml/2006/main">
              <a:ext uri="{FF2B5EF4-FFF2-40B4-BE49-F238E27FC236}">
                <a16:creationId xmlns:a16="http://schemas.microsoft.com/office/drawing/2014/main" id="{4C435F06-F846-4C86-A4B6-954B909C6A68}"/>
              </a:ext>
            </a:extLst>
          </p:cNvPr>
          <p:cNvSpPr>
            <a:spLocks xmlns:a="http://schemas.openxmlformats.org/drawingml/2006/main" noGrp="1"/>
          </p:cNvSpPr>
          <p:nvPr/>
        </p:nvSpPr>
        <p:spPr>
          <a:xfrm xmlns:a="http://schemas.openxmlformats.org/drawingml/2006/main">
            <a:off x="764190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7" name="Compiler">
            <a:extLst xmlns:a="http://schemas.openxmlformats.org/drawingml/2006/main">
              <a:ext uri="{FF2B5EF4-FFF2-40B4-BE49-F238E27FC236}">
                <a16:creationId xmlns:a16="http://schemas.microsoft.com/office/drawing/2014/main" id="{5D06375B-A743-4FB0-953A-EB57CE018226}"/>
              </a:ext>
            </a:extLst>
          </p:cNvPr>
          <p:cNvSpPr>
            <a:spLocks xmlns:a="http://schemas.openxmlformats.org/drawingml/2006/main" noGrp="1"/>
          </p:cNvSpPr>
          <p:nvPr/>
        </p:nvSpPr>
        <p:spPr>
          <a:xfrm xmlns:a="http://schemas.openxmlformats.org/drawingml/2006/main">
            <a:off x="816121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Compiler</a:t>
            </a:r>
          </a:p>
        </p:txBody>
      </p:sp>
      <p:sp>
        <p:nvSpPr>
          <p:cNvPr id="18" name="Diagram connector">
            <a:extLst xmlns:a="http://schemas.openxmlformats.org/drawingml/2006/main">
              <a:ext uri="{FF2B5EF4-FFF2-40B4-BE49-F238E27FC236}">
                <a16:creationId xmlns:a16="http://schemas.microsoft.com/office/drawing/2014/main" id="{7C6A0770-D3B4-46A8-8408-CC050CE2E38C}"/>
              </a:ext>
            </a:extLst>
          </p:cNvPr>
          <p:cNvSpPr>
            <a:spLocks xmlns:a="http://schemas.openxmlformats.org/drawingml/2006/main" noGrp="1"/>
          </p:cNvSpPr>
          <p:nvPr/>
        </p:nvSpPr>
        <p:spPr>
          <a:xfrm xmlns:a="http://schemas.openxmlformats.org/drawingml/2006/main">
            <a:off x="870413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9" name="Persistence">
            <a:extLst xmlns:a="http://schemas.openxmlformats.org/drawingml/2006/main">
              <a:ext uri="{FF2B5EF4-FFF2-40B4-BE49-F238E27FC236}">
                <a16:creationId xmlns:a16="http://schemas.microsoft.com/office/drawing/2014/main" id="{FDB709A1-A125-4F20-B743-4EC5C3EAC051}"/>
              </a:ext>
            </a:extLst>
          </p:cNvPr>
          <p:cNvSpPr>
            <a:spLocks xmlns:a="http://schemas.openxmlformats.org/drawingml/2006/main" noGrp="1"/>
          </p:cNvSpPr>
          <p:nvPr/>
        </p:nvSpPr>
        <p:spPr>
          <a:xfrm xmlns:a="http://schemas.openxmlformats.org/drawingml/2006/main">
            <a:off x="922343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Persistence</a:t>
            </a:r>
          </a:p>
        </p:txBody>
      </p:sp>
      <p:sp>
        <p:nvSpPr>
          <p:cNvPr id="20" name="Diagram connector">
            <a:extLst xmlns:a="http://schemas.openxmlformats.org/drawingml/2006/main">
              <a:ext uri="{FF2B5EF4-FFF2-40B4-BE49-F238E27FC236}">
                <a16:creationId xmlns:a16="http://schemas.microsoft.com/office/drawing/2014/main" id="{D43D350B-104A-4DD0-806A-FA9E5A587A53}"/>
              </a:ext>
            </a:extLst>
          </p:cNvPr>
          <p:cNvSpPr>
            <a:spLocks xmlns:a="http://schemas.openxmlformats.org/drawingml/2006/main" noGrp="1"/>
          </p:cNvSpPr>
          <p:nvPr/>
        </p:nvSpPr>
        <p:spPr>
          <a:xfrm xmlns:a="http://schemas.openxmlformats.org/drawingml/2006/main">
            <a:off x="976636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21" name="rect">
            <a:extLst xmlns:a="http://schemas.openxmlformats.org/drawingml/2006/main">
              <a:ext uri="{FF2B5EF4-FFF2-40B4-BE49-F238E27FC236}">
                <a16:creationId xmlns:a16="http://schemas.microsoft.com/office/drawing/2014/main" id="{6A926993-0E14-4189-AEFE-DE9E4B3C150C}"/>
              </a:ext>
            </a:extLst>
          </p:cNvPr>
          <p:cNvSpPr>
            <a:spLocks xmlns:a="http://schemas.openxmlformats.org/drawingml/2006/main" noGrp="1"/>
          </p:cNvSpPr>
          <p:nvPr/>
        </p:nvSpPr>
        <p:spPr>
          <a:xfrm xmlns:a="http://schemas.openxmlformats.org/drawingml/2006/main">
            <a:off x="3892868" y="2314575"/>
            <a:ext cx="6326505" cy="1733931"/>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2" name="rect">
            <a:extLst xmlns:a="http://schemas.openxmlformats.org/drawingml/2006/main">
              <a:ext uri="{FF2B5EF4-FFF2-40B4-BE49-F238E27FC236}">
                <a16:creationId xmlns:a16="http://schemas.microsoft.com/office/drawing/2014/main" id="{FC99229B-4F0E-4D13-A952-51603C0C8A64}"/>
              </a:ext>
            </a:extLst>
          </p:cNvPr>
          <p:cNvSpPr>
            <a:spLocks xmlns:a="http://schemas.openxmlformats.org/drawingml/2006/main" noGrp="1"/>
          </p:cNvSpPr>
          <p:nvPr/>
        </p:nvSpPr>
        <p:spPr>
          <a:xfrm xmlns:a="http://schemas.openxmlformats.org/drawingml/2006/main">
            <a:off x="3892868" y="4688967"/>
            <a:ext cx="6326505" cy="1312164"/>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3" name="Diagram connector">
            <a:extLst xmlns:a="http://schemas.openxmlformats.org/drawingml/2006/main">
              <a:ext uri="{FF2B5EF4-FFF2-40B4-BE49-F238E27FC236}">
                <a16:creationId xmlns:a16="http://schemas.microsoft.com/office/drawing/2014/main" id="{30D54D2F-07AE-4A10-A60A-AE8D8F0136C5}"/>
              </a:ext>
            </a:extLst>
          </p:cNvPr>
          <p:cNvSpPr>
            <a:spLocks xmlns:a="http://schemas.openxmlformats.org/drawingml/2006/main" noGrp="1"/>
          </p:cNvSpPr>
          <p:nvPr/>
        </p:nvSpPr>
        <p:spPr>
          <a:xfrm xmlns:a="http://schemas.openxmlformats.org/drawingml/2006/main">
            <a:off x="3892868" y="5673090"/>
            <a:ext cx="6326505" cy="9525"/>
          </a:xfrm>
          <a:custGeom xmlns:a="http://schemas.openxmlformats.org/drawingml/2006/main">
            <a:pathLst>
              <a:path w="6326505" h="9525">
                <a:moveTo>
                  <a:pt x="0" y="0"/>
                </a:moveTo>
                <a:lnTo>
                  <a:pt x="6326505" y="0"/>
                </a:lnTo>
              </a:path>
            </a:pathLst>
          </a:custGeom>
          <a:noFill xmlns:a="http://schemas.openxmlformats.org/drawingml/2006/main"/>
          <a:ln xmlns:a="http://schemas.openxmlformats.org/drawingml/2006/main" w="12383">
            <a:solidFill>
              <a:srgbClr val="132C43"/>
            </a:solidFill>
            <a:prstDash val="dash"/>
          </a:ln>
        </p:spPr>
      </p:sp>
      <p:sp>
        <p:nvSpPr>
          <p:cNvPr id="24" name="rect">
            <a:extLst xmlns:a="http://schemas.openxmlformats.org/drawingml/2006/main">
              <a:ext uri="{FF2B5EF4-FFF2-40B4-BE49-F238E27FC236}">
                <a16:creationId xmlns:a16="http://schemas.microsoft.com/office/drawing/2014/main" id="{A1B5CC65-B54E-47D5-B27F-ABDE18C17BC7}"/>
              </a:ext>
            </a:extLst>
          </p:cNvPr>
          <p:cNvSpPr>
            <a:spLocks xmlns:a="http://schemas.openxmlformats.org/drawingml/2006/main" noGrp="1"/>
          </p:cNvSpPr>
          <p:nvPr/>
        </p:nvSpPr>
        <p:spPr>
          <a:xfrm xmlns:a="http://schemas.openxmlformats.org/drawingml/2006/main">
            <a:off x="3364421" y="1736598"/>
            <a:ext cx="57150" cy="562356"/>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5" name="rect">
            <a:extLst xmlns:a="http://schemas.openxmlformats.org/drawingml/2006/main">
              <a:ext uri="{FF2B5EF4-FFF2-40B4-BE49-F238E27FC236}">
                <a16:creationId xmlns:a16="http://schemas.microsoft.com/office/drawing/2014/main" id="{16E0378E-EDAD-4957-9046-7E876BAD5A42}"/>
              </a:ext>
            </a:extLst>
          </p:cNvPr>
          <p:cNvSpPr>
            <a:spLocks xmlns:a="http://schemas.openxmlformats.org/drawingml/2006/main" noGrp="1"/>
          </p:cNvSpPr>
          <p:nvPr/>
        </p:nvSpPr>
        <p:spPr>
          <a:xfrm xmlns:a="http://schemas.openxmlformats.org/drawingml/2006/main">
            <a:off x="4426649" y="2095881"/>
            <a:ext cx="57150" cy="395211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6" name="rect">
            <a:extLst xmlns:a="http://schemas.openxmlformats.org/drawingml/2006/main">
              <a:ext uri="{FF2B5EF4-FFF2-40B4-BE49-F238E27FC236}">
                <a16:creationId xmlns:a16="http://schemas.microsoft.com/office/drawing/2014/main" id="{91BDAA63-D403-4E08-A7EE-672BF9AFDC4F}"/>
              </a:ext>
            </a:extLst>
          </p:cNvPr>
          <p:cNvSpPr>
            <a:spLocks xmlns:a="http://schemas.openxmlformats.org/drawingml/2006/main" noGrp="1"/>
          </p:cNvSpPr>
          <p:nvPr/>
        </p:nvSpPr>
        <p:spPr>
          <a:xfrm xmlns:a="http://schemas.openxmlformats.org/drawingml/2006/main">
            <a:off x="5488877" y="2626995"/>
            <a:ext cx="57150" cy="1171575"/>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7" name="rect">
            <a:extLst xmlns:a="http://schemas.openxmlformats.org/drawingml/2006/main">
              <a:ext uri="{FF2B5EF4-FFF2-40B4-BE49-F238E27FC236}">
                <a16:creationId xmlns:a16="http://schemas.microsoft.com/office/drawing/2014/main" id="{11E740DC-5A1D-4515-92EC-070A0E25325C}"/>
              </a:ext>
            </a:extLst>
          </p:cNvPr>
          <p:cNvSpPr>
            <a:spLocks xmlns:a="http://schemas.openxmlformats.org/drawingml/2006/main" noGrp="1"/>
          </p:cNvSpPr>
          <p:nvPr/>
        </p:nvSpPr>
        <p:spPr>
          <a:xfrm xmlns:a="http://schemas.openxmlformats.org/drawingml/2006/main">
            <a:off x="6551105" y="2814447"/>
            <a:ext cx="57150" cy="796671"/>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8" name="rect">
            <a:extLst xmlns:a="http://schemas.openxmlformats.org/drawingml/2006/main">
              <a:ext uri="{FF2B5EF4-FFF2-40B4-BE49-F238E27FC236}">
                <a16:creationId xmlns:a16="http://schemas.microsoft.com/office/drawing/2014/main" id="{E88D8DEE-CE29-4A50-A5C6-CB0A80E38A81}"/>
              </a:ext>
            </a:extLst>
          </p:cNvPr>
          <p:cNvSpPr>
            <a:spLocks xmlns:a="http://schemas.openxmlformats.org/drawingml/2006/main" noGrp="1"/>
          </p:cNvSpPr>
          <p:nvPr/>
        </p:nvSpPr>
        <p:spPr>
          <a:xfrm xmlns:a="http://schemas.openxmlformats.org/drawingml/2006/main">
            <a:off x="7613333" y="3001899"/>
            <a:ext cx="57150" cy="234315"/>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9" name="rect">
            <a:extLst xmlns:a="http://schemas.openxmlformats.org/drawingml/2006/main">
              <a:ext uri="{FF2B5EF4-FFF2-40B4-BE49-F238E27FC236}">
                <a16:creationId xmlns:a16="http://schemas.microsoft.com/office/drawing/2014/main" id="{A61143A8-24D6-4A89-B206-1E3EF0AF904D}"/>
              </a:ext>
            </a:extLst>
          </p:cNvPr>
          <p:cNvSpPr>
            <a:spLocks xmlns:a="http://schemas.openxmlformats.org/drawingml/2006/main" noGrp="1"/>
          </p:cNvSpPr>
          <p:nvPr/>
        </p:nvSpPr>
        <p:spPr>
          <a:xfrm xmlns:a="http://schemas.openxmlformats.org/drawingml/2006/main">
            <a:off x="8675561" y="4876419"/>
            <a:ext cx="57150" cy="562356"/>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0" name="rect">
            <a:extLst xmlns:a="http://schemas.openxmlformats.org/drawingml/2006/main">
              <a:ext uri="{FF2B5EF4-FFF2-40B4-BE49-F238E27FC236}">
                <a16:creationId xmlns:a16="http://schemas.microsoft.com/office/drawing/2014/main" id="{19FCEA34-DF32-465A-8708-14D9A5C3885D}"/>
              </a:ext>
            </a:extLst>
          </p:cNvPr>
          <p:cNvSpPr>
            <a:spLocks xmlns:a="http://schemas.openxmlformats.org/drawingml/2006/main" noGrp="1"/>
          </p:cNvSpPr>
          <p:nvPr/>
        </p:nvSpPr>
        <p:spPr>
          <a:xfrm xmlns:a="http://schemas.openxmlformats.org/drawingml/2006/main">
            <a:off x="7613333" y="5048250"/>
            <a:ext cx="57150" cy="218694"/>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1" name="rect">
            <a:extLst xmlns:a="http://schemas.openxmlformats.org/drawingml/2006/main">
              <a:ext uri="{FF2B5EF4-FFF2-40B4-BE49-F238E27FC236}">
                <a16:creationId xmlns:a16="http://schemas.microsoft.com/office/drawing/2014/main" id="{FD73AC2B-1BCD-478C-B69B-05C5C6D289E5}"/>
              </a:ext>
            </a:extLst>
          </p:cNvPr>
          <p:cNvSpPr>
            <a:spLocks xmlns:a="http://schemas.openxmlformats.org/drawingml/2006/main" noGrp="1"/>
          </p:cNvSpPr>
          <p:nvPr/>
        </p:nvSpPr>
        <p:spPr>
          <a:xfrm xmlns:a="http://schemas.openxmlformats.org/drawingml/2006/main">
            <a:off x="3364421" y="4126611"/>
            <a:ext cx="57150" cy="343662"/>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2" name="Diagram connector">
            <a:extLst xmlns:a="http://schemas.openxmlformats.org/drawingml/2006/main">
              <a:ext uri="{FF2B5EF4-FFF2-40B4-BE49-F238E27FC236}">
                <a16:creationId xmlns:a16="http://schemas.microsoft.com/office/drawing/2014/main" id="{7ACB38F5-9752-4ABA-AE2E-27AE2AF797AF}"/>
              </a:ext>
            </a:extLst>
          </p:cNvPr>
          <p:cNvSpPr>
            <a:spLocks xmlns:a="http://schemas.openxmlformats.org/drawingml/2006/main" noGrp="1"/>
          </p:cNvSpPr>
          <p:nvPr/>
        </p:nvSpPr>
        <p:spPr>
          <a:xfrm xmlns:a="http://schemas.openxmlformats.org/drawingml/2006/main">
            <a:off x="2330768" y="1736598"/>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33" name="Diagram connector">
            <a:extLst xmlns:a="http://schemas.openxmlformats.org/drawingml/2006/main">
              <a:ext uri="{FF2B5EF4-FFF2-40B4-BE49-F238E27FC236}">
                <a16:creationId xmlns:a16="http://schemas.microsoft.com/office/drawing/2014/main" id="{28491A12-BA99-4593-8584-BC391CD5EC0C}"/>
              </a:ext>
            </a:extLst>
          </p:cNvPr>
          <p:cNvSpPr>
            <a:spLocks xmlns:a="http://schemas.openxmlformats.org/drawingml/2006/main" noGrp="1"/>
          </p:cNvSpPr>
          <p:nvPr/>
        </p:nvSpPr>
        <p:spPr>
          <a:xfrm xmlns:a="http://schemas.openxmlformats.org/drawingml/2006/main">
            <a:off x="3297746" y="169849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4" name="POST /{id}/analyze">
            <a:extLst xmlns:a="http://schemas.openxmlformats.org/drawingml/2006/main">
              <a:ext uri="{FF2B5EF4-FFF2-40B4-BE49-F238E27FC236}">
                <a16:creationId xmlns:a16="http://schemas.microsoft.com/office/drawing/2014/main" id="{A083992E-BBB4-4EC2-A4A4-6A6D8EEEC3B1}"/>
              </a:ext>
            </a:extLst>
          </p:cNvPr>
          <p:cNvSpPr>
            <a:spLocks xmlns:a="http://schemas.openxmlformats.org/drawingml/2006/main" noGrp="1"/>
          </p:cNvSpPr>
          <p:nvPr/>
        </p:nvSpPr>
        <p:spPr>
          <a:xfrm xmlns:a="http://schemas.openxmlformats.org/drawingml/2006/main">
            <a:off x="1433132" y="1603248"/>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POST /{id}/analyze</a:t>
            </a:r>
          </a:p>
        </p:txBody>
      </p:sp>
      <p:sp>
        <p:nvSpPr>
          <p:cNvPr id="35" name="Diagram connector">
            <a:extLst xmlns:a="http://schemas.openxmlformats.org/drawingml/2006/main">
              <a:ext uri="{FF2B5EF4-FFF2-40B4-BE49-F238E27FC236}">
                <a16:creationId xmlns:a16="http://schemas.microsoft.com/office/drawing/2014/main" id="{7E20EF71-5D4A-4EAC-977B-BA48C49E9960}"/>
              </a:ext>
            </a:extLst>
          </p:cNvPr>
          <p:cNvSpPr>
            <a:spLocks xmlns:a="http://schemas.openxmlformats.org/drawingml/2006/main" noGrp="1"/>
          </p:cNvSpPr>
          <p:nvPr/>
        </p:nvSpPr>
        <p:spPr>
          <a:xfrm xmlns:a="http://schemas.openxmlformats.org/drawingml/2006/main">
            <a:off x="3392996" y="1908429"/>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36" name="Diagram connector">
            <a:extLst xmlns:a="http://schemas.openxmlformats.org/drawingml/2006/main">
              <a:ext uri="{FF2B5EF4-FFF2-40B4-BE49-F238E27FC236}">
                <a16:creationId xmlns:a16="http://schemas.microsoft.com/office/drawing/2014/main" id="{3B45CB0A-141A-432C-A922-E7AD4FC14516}"/>
              </a:ext>
            </a:extLst>
          </p:cNvPr>
          <p:cNvSpPr>
            <a:spLocks xmlns:a="http://schemas.openxmlformats.org/drawingml/2006/main" noGrp="1"/>
          </p:cNvSpPr>
          <p:nvPr/>
        </p:nvSpPr>
        <p:spPr>
          <a:xfrm xmlns:a="http://schemas.openxmlformats.org/drawingml/2006/main">
            <a:off x="9671114" y="187032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7" name="save_project(ANALYZING)">
            <a:extLst xmlns:a="http://schemas.openxmlformats.org/drawingml/2006/main">
              <a:ext uri="{FF2B5EF4-FFF2-40B4-BE49-F238E27FC236}">
                <a16:creationId xmlns:a16="http://schemas.microsoft.com/office/drawing/2014/main" id="{40C88E5A-E589-4673-A16E-4B49903DB1E2}"/>
              </a:ext>
            </a:extLst>
          </p:cNvPr>
          <p:cNvSpPr>
            <a:spLocks xmlns:a="http://schemas.openxmlformats.org/drawingml/2006/main" noGrp="1"/>
          </p:cNvSpPr>
          <p:nvPr/>
        </p:nvSpPr>
        <p:spPr>
          <a:xfrm xmlns:a="http://schemas.openxmlformats.org/drawingml/2006/main">
            <a:off x="2964371" y="1775079"/>
            <a:ext cx="7230618"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save_project(ANALYZING)</a:t>
            </a:r>
          </a:p>
        </p:txBody>
      </p:sp>
      <p:sp>
        <p:nvSpPr>
          <p:cNvPr id="38" name="Diagram connector">
            <a:extLst xmlns:a="http://schemas.openxmlformats.org/drawingml/2006/main">
              <a:ext uri="{FF2B5EF4-FFF2-40B4-BE49-F238E27FC236}">
                <a16:creationId xmlns:a16="http://schemas.microsoft.com/office/drawing/2014/main" id="{4836C8FC-5462-405B-9787-B138C7EF97D1}"/>
              </a:ext>
            </a:extLst>
          </p:cNvPr>
          <p:cNvSpPr>
            <a:spLocks xmlns:a="http://schemas.openxmlformats.org/drawingml/2006/main" noGrp="1"/>
          </p:cNvSpPr>
          <p:nvPr/>
        </p:nvSpPr>
        <p:spPr>
          <a:xfrm xmlns:a="http://schemas.openxmlformats.org/drawingml/2006/main">
            <a:off x="3392996" y="2095881"/>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39" name="Diagram connector">
            <a:extLst xmlns:a="http://schemas.openxmlformats.org/drawingml/2006/main">
              <a:ext uri="{FF2B5EF4-FFF2-40B4-BE49-F238E27FC236}">
                <a16:creationId xmlns:a16="http://schemas.microsoft.com/office/drawing/2014/main" id="{9BD12399-75D3-4FD9-859B-9D6617FD878F}"/>
              </a:ext>
            </a:extLst>
          </p:cNvPr>
          <p:cNvSpPr>
            <a:spLocks xmlns:a="http://schemas.openxmlformats.org/drawingml/2006/main" noGrp="1"/>
          </p:cNvSpPr>
          <p:nvPr/>
        </p:nvSpPr>
        <p:spPr>
          <a:xfrm xmlns:a="http://schemas.openxmlformats.org/drawingml/2006/main">
            <a:off x="4359974" y="2057781"/>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40" name="create_task(background)">
            <a:extLst xmlns:a="http://schemas.openxmlformats.org/drawingml/2006/main">
              <a:ext uri="{FF2B5EF4-FFF2-40B4-BE49-F238E27FC236}">
                <a16:creationId xmlns:a16="http://schemas.microsoft.com/office/drawing/2014/main" id="{620AF893-7E41-481C-88C5-4FC5643BC68F}"/>
              </a:ext>
            </a:extLst>
          </p:cNvPr>
          <p:cNvSpPr>
            <a:spLocks xmlns:a="http://schemas.openxmlformats.org/drawingml/2006/main" noGrp="1"/>
          </p:cNvSpPr>
          <p:nvPr/>
        </p:nvSpPr>
        <p:spPr>
          <a:xfrm xmlns:a="http://schemas.openxmlformats.org/drawingml/2006/main">
            <a:off x="2495360" y="1962531"/>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create_task(background)</a:t>
            </a:r>
          </a:p>
        </p:txBody>
      </p:sp>
      <p:sp>
        <p:nvSpPr>
          <p:cNvPr id="41" name="Diagram connector">
            <a:extLst xmlns:a="http://schemas.openxmlformats.org/drawingml/2006/main">
              <a:ext uri="{FF2B5EF4-FFF2-40B4-BE49-F238E27FC236}">
                <a16:creationId xmlns:a16="http://schemas.microsoft.com/office/drawing/2014/main" id="{FE1E5964-3316-4721-A5BF-3881EB231FA7}"/>
              </a:ext>
            </a:extLst>
          </p:cNvPr>
          <p:cNvSpPr>
            <a:spLocks xmlns:a="http://schemas.openxmlformats.org/drawingml/2006/main" noGrp="1"/>
          </p:cNvSpPr>
          <p:nvPr/>
        </p:nvSpPr>
        <p:spPr>
          <a:xfrm xmlns:a="http://schemas.openxmlformats.org/drawingml/2006/main">
            <a:off x="2330768" y="2283333"/>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42" name="Diagram connector">
            <a:extLst xmlns:a="http://schemas.openxmlformats.org/drawingml/2006/main">
              <a:ext uri="{FF2B5EF4-FFF2-40B4-BE49-F238E27FC236}">
                <a16:creationId xmlns:a16="http://schemas.microsoft.com/office/drawing/2014/main" id="{56289674-5445-46CE-ACAD-BCA83DCC5033}"/>
              </a:ext>
            </a:extLst>
          </p:cNvPr>
          <p:cNvSpPr>
            <a:spLocks xmlns:a="http://schemas.openxmlformats.org/drawingml/2006/main" noGrp="1"/>
          </p:cNvSpPr>
          <p:nvPr/>
        </p:nvSpPr>
        <p:spPr>
          <a:xfrm xmlns:a="http://schemas.openxmlformats.org/drawingml/2006/main">
            <a:off x="2330768" y="2245233"/>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43" name="status: started">
            <a:extLst xmlns:a="http://schemas.openxmlformats.org/drawingml/2006/main">
              <a:ext uri="{FF2B5EF4-FFF2-40B4-BE49-F238E27FC236}">
                <a16:creationId xmlns:a16="http://schemas.microsoft.com/office/drawing/2014/main" id="{604CCE92-C2E2-421B-91F6-33D3451ACE9E}"/>
              </a:ext>
            </a:extLst>
          </p:cNvPr>
          <p:cNvSpPr>
            <a:spLocks xmlns:a="http://schemas.openxmlformats.org/drawingml/2006/main" noGrp="1"/>
          </p:cNvSpPr>
          <p:nvPr/>
        </p:nvSpPr>
        <p:spPr>
          <a:xfrm xmlns:a="http://schemas.openxmlformats.org/drawingml/2006/main">
            <a:off x="1433132" y="2149983"/>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status: started</a:t>
            </a:r>
          </a:p>
        </p:txBody>
      </p:sp>
      <p:sp>
        <p:nvSpPr>
          <p:cNvPr id="44" name="Diagram connector">
            <a:extLst xmlns:a="http://schemas.openxmlformats.org/drawingml/2006/main">
              <a:ext uri="{FF2B5EF4-FFF2-40B4-BE49-F238E27FC236}">
                <a16:creationId xmlns:a16="http://schemas.microsoft.com/office/drawing/2014/main" id="{9F078B94-1B46-456E-830E-3E0C3BAA1536}"/>
              </a:ext>
            </a:extLst>
          </p:cNvPr>
          <p:cNvSpPr>
            <a:spLocks xmlns:a="http://schemas.openxmlformats.org/drawingml/2006/main" noGrp="1"/>
          </p:cNvSpPr>
          <p:nvPr/>
        </p:nvSpPr>
        <p:spPr>
          <a:xfrm xmlns:a="http://schemas.openxmlformats.org/drawingml/2006/main">
            <a:off x="4455224" y="262699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5" name="Diagram connector">
            <a:extLst xmlns:a="http://schemas.openxmlformats.org/drawingml/2006/main">
              <a:ext uri="{FF2B5EF4-FFF2-40B4-BE49-F238E27FC236}">
                <a16:creationId xmlns:a16="http://schemas.microsoft.com/office/drawing/2014/main" id="{57F0434F-FB5D-4FE0-A47A-4805768C3B25}"/>
              </a:ext>
            </a:extLst>
          </p:cNvPr>
          <p:cNvSpPr>
            <a:spLocks xmlns:a="http://schemas.openxmlformats.org/drawingml/2006/main" noGrp="1"/>
          </p:cNvSpPr>
          <p:nvPr/>
        </p:nvSpPr>
        <p:spPr>
          <a:xfrm xmlns:a="http://schemas.openxmlformats.org/drawingml/2006/main">
            <a:off x="5422202" y="258889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6" name="analyze(state)">
            <a:extLst xmlns:a="http://schemas.openxmlformats.org/drawingml/2006/main">
              <a:ext uri="{FF2B5EF4-FFF2-40B4-BE49-F238E27FC236}">
                <a16:creationId xmlns:a16="http://schemas.microsoft.com/office/drawing/2014/main" id="{ECD60736-93FA-4461-A127-BBAB8817F45E}"/>
              </a:ext>
            </a:extLst>
          </p:cNvPr>
          <p:cNvSpPr>
            <a:spLocks xmlns:a="http://schemas.openxmlformats.org/drawingml/2006/main" noGrp="1"/>
          </p:cNvSpPr>
          <p:nvPr/>
        </p:nvSpPr>
        <p:spPr>
          <a:xfrm xmlns:a="http://schemas.openxmlformats.org/drawingml/2006/main">
            <a:off x="3557588" y="249364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analyze(state)</a:t>
            </a:r>
          </a:p>
        </p:txBody>
      </p:sp>
      <p:sp>
        <p:nvSpPr>
          <p:cNvPr id="47" name="Diagram connector">
            <a:extLst xmlns:a="http://schemas.openxmlformats.org/drawingml/2006/main">
              <a:ext uri="{FF2B5EF4-FFF2-40B4-BE49-F238E27FC236}">
                <a16:creationId xmlns:a16="http://schemas.microsoft.com/office/drawing/2014/main" id="{D85BB6AA-2DC4-4F4A-9B20-12EDCED26B01}"/>
              </a:ext>
            </a:extLst>
          </p:cNvPr>
          <p:cNvSpPr>
            <a:spLocks xmlns:a="http://schemas.openxmlformats.org/drawingml/2006/main" noGrp="1"/>
          </p:cNvSpPr>
          <p:nvPr/>
        </p:nvSpPr>
        <p:spPr>
          <a:xfrm xmlns:a="http://schemas.openxmlformats.org/drawingml/2006/main">
            <a:off x="5517452" y="2814447"/>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8" name="Diagram connector">
            <a:extLst xmlns:a="http://schemas.openxmlformats.org/drawingml/2006/main">
              <a:ext uri="{FF2B5EF4-FFF2-40B4-BE49-F238E27FC236}">
                <a16:creationId xmlns:a16="http://schemas.microsoft.com/office/drawing/2014/main" id="{680BE726-9857-4113-8785-BA8577EF83FD}"/>
              </a:ext>
            </a:extLst>
          </p:cNvPr>
          <p:cNvSpPr>
            <a:spLocks xmlns:a="http://schemas.openxmlformats.org/drawingml/2006/main" noGrp="1"/>
          </p:cNvSpPr>
          <p:nvPr/>
        </p:nvSpPr>
        <p:spPr>
          <a:xfrm xmlns:a="http://schemas.openxmlformats.org/drawingml/2006/main">
            <a:off x="6484430" y="2776347"/>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9" name="execute(context)">
            <a:extLst xmlns:a="http://schemas.openxmlformats.org/drawingml/2006/main">
              <a:ext uri="{FF2B5EF4-FFF2-40B4-BE49-F238E27FC236}">
                <a16:creationId xmlns:a16="http://schemas.microsoft.com/office/drawing/2014/main" id="{B7F8E881-3B3A-40D5-9C24-3496D7122A32}"/>
              </a:ext>
            </a:extLst>
          </p:cNvPr>
          <p:cNvSpPr>
            <a:spLocks xmlns:a="http://schemas.openxmlformats.org/drawingml/2006/main" noGrp="1"/>
          </p:cNvSpPr>
          <p:nvPr/>
        </p:nvSpPr>
        <p:spPr>
          <a:xfrm xmlns:a="http://schemas.openxmlformats.org/drawingml/2006/main">
            <a:off x="4619816" y="2681097"/>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execute(context)</a:t>
            </a:r>
          </a:p>
        </p:txBody>
      </p:sp>
      <p:sp>
        <p:nvSpPr>
          <p:cNvPr id="50" name="Diagram connector">
            <a:extLst xmlns:a="http://schemas.openxmlformats.org/drawingml/2006/main">
              <a:ext uri="{FF2B5EF4-FFF2-40B4-BE49-F238E27FC236}">
                <a16:creationId xmlns:a16="http://schemas.microsoft.com/office/drawing/2014/main" id="{39952E4B-30EE-4D5A-BBCC-E98C7B3917F1}"/>
              </a:ext>
            </a:extLst>
          </p:cNvPr>
          <p:cNvSpPr>
            <a:spLocks xmlns:a="http://schemas.openxmlformats.org/drawingml/2006/main" noGrp="1"/>
          </p:cNvSpPr>
          <p:nvPr/>
        </p:nvSpPr>
        <p:spPr>
          <a:xfrm xmlns:a="http://schemas.openxmlformats.org/drawingml/2006/main">
            <a:off x="6579680" y="3001899"/>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51" name="Diagram connector">
            <a:extLst xmlns:a="http://schemas.openxmlformats.org/drawingml/2006/main">
              <a:ext uri="{FF2B5EF4-FFF2-40B4-BE49-F238E27FC236}">
                <a16:creationId xmlns:a16="http://schemas.microsoft.com/office/drawing/2014/main" id="{A4617D3D-2E48-4C74-8BBB-FDEEEDC3FB65}"/>
              </a:ext>
            </a:extLst>
          </p:cNvPr>
          <p:cNvSpPr>
            <a:spLocks xmlns:a="http://schemas.openxmlformats.org/drawingml/2006/main" noGrp="1"/>
          </p:cNvSpPr>
          <p:nvPr/>
        </p:nvSpPr>
        <p:spPr>
          <a:xfrm xmlns:a="http://schemas.openxmlformats.org/drawingml/2006/main">
            <a:off x="7546658" y="296379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2" name="generate(prompt)">
            <a:extLst xmlns:a="http://schemas.openxmlformats.org/drawingml/2006/main">
              <a:ext uri="{FF2B5EF4-FFF2-40B4-BE49-F238E27FC236}">
                <a16:creationId xmlns:a16="http://schemas.microsoft.com/office/drawing/2014/main" id="{8FEFE884-2C1A-4C29-8027-8DB749165C57}"/>
              </a:ext>
            </a:extLst>
          </p:cNvPr>
          <p:cNvSpPr>
            <a:spLocks xmlns:a="http://schemas.openxmlformats.org/drawingml/2006/main" noGrp="1"/>
          </p:cNvSpPr>
          <p:nvPr/>
        </p:nvSpPr>
        <p:spPr>
          <a:xfrm xmlns:a="http://schemas.openxmlformats.org/drawingml/2006/main">
            <a:off x="5682044" y="2868549"/>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generate(prompt)</a:t>
            </a:r>
          </a:p>
        </p:txBody>
      </p:sp>
      <p:sp>
        <p:nvSpPr>
          <p:cNvPr id="53" name="Diagram connector">
            <a:extLst xmlns:a="http://schemas.openxmlformats.org/drawingml/2006/main">
              <a:ext uri="{FF2B5EF4-FFF2-40B4-BE49-F238E27FC236}">
                <a16:creationId xmlns:a16="http://schemas.microsoft.com/office/drawing/2014/main" id="{BE095771-D750-452B-8E20-2E68BA1F15C5}"/>
              </a:ext>
            </a:extLst>
          </p:cNvPr>
          <p:cNvSpPr>
            <a:spLocks xmlns:a="http://schemas.openxmlformats.org/drawingml/2006/main" noGrp="1"/>
          </p:cNvSpPr>
          <p:nvPr/>
        </p:nvSpPr>
        <p:spPr>
          <a:xfrm xmlns:a="http://schemas.openxmlformats.org/drawingml/2006/main">
            <a:off x="6579680" y="3189351"/>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54" name="Diagram connector">
            <a:extLst xmlns:a="http://schemas.openxmlformats.org/drawingml/2006/main">
              <a:ext uri="{FF2B5EF4-FFF2-40B4-BE49-F238E27FC236}">
                <a16:creationId xmlns:a16="http://schemas.microsoft.com/office/drawing/2014/main" id="{2565191A-7BF8-432E-85F0-C880F4FEB865}"/>
              </a:ext>
            </a:extLst>
          </p:cNvPr>
          <p:cNvSpPr>
            <a:spLocks xmlns:a="http://schemas.openxmlformats.org/drawingml/2006/main" noGrp="1"/>
          </p:cNvSpPr>
          <p:nvPr/>
        </p:nvSpPr>
        <p:spPr>
          <a:xfrm xmlns:a="http://schemas.openxmlformats.org/drawingml/2006/main">
            <a:off x="6579680" y="315125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5" name="JSON / model error">
            <a:extLst xmlns:a="http://schemas.openxmlformats.org/drawingml/2006/main">
              <a:ext uri="{FF2B5EF4-FFF2-40B4-BE49-F238E27FC236}">
                <a16:creationId xmlns:a16="http://schemas.microsoft.com/office/drawing/2014/main" id="{29560B5C-1124-4492-B4A5-EC2541270F94}"/>
              </a:ext>
            </a:extLst>
          </p:cNvPr>
          <p:cNvSpPr>
            <a:spLocks xmlns:a="http://schemas.openxmlformats.org/drawingml/2006/main" noGrp="1"/>
          </p:cNvSpPr>
          <p:nvPr/>
        </p:nvSpPr>
        <p:spPr>
          <a:xfrm xmlns:a="http://schemas.openxmlformats.org/drawingml/2006/main">
            <a:off x="5682044" y="3056001"/>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JSON / model error</a:t>
            </a:r>
          </a:p>
        </p:txBody>
      </p:sp>
      <p:sp>
        <p:nvSpPr>
          <p:cNvPr id="56" name="Diagram connector">
            <a:extLst xmlns:a="http://schemas.openxmlformats.org/drawingml/2006/main">
              <a:ext uri="{FF2B5EF4-FFF2-40B4-BE49-F238E27FC236}">
                <a16:creationId xmlns:a16="http://schemas.microsoft.com/office/drawing/2014/main" id="{C9E866AC-573E-47F0-8DE6-D3E4F074CD8D}"/>
              </a:ext>
            </a:extLst>
          </p:cNvPr>
          <p:cNvSpPr>
            <a:spLocks xmlns:a="http://schemas.openxmlformats.org/drawingml/2006/main" noGrp="1"/>
          </p:cNvSpPr>
          <p:nvPr/>
        </p:nvSpPr>
        <p:spPr>
          <a:xfrm xmlns:a="http://schemas.openxmlformats.org/drawingml/2006/main">
            <a:off x="6579680" y="3376803"/>
            <a:ext cx="312420" cy="101537"/>
          </a:xfrm>
          <a:custGeom xmlns:a="http://schemas.openxmlformats.org/drawingml/2006/main">
            <a:pathLst>
              <a:path w="312420" h="101537">
                <a:moveTo>
                  <a:pt x="0" y="0"/>
                </a:moveTo>
                <a:lnTo>
                  <a:pt x="312420" y="0"/>
                </a:lnTo>
                <a:lnTo>
                  <a:pt x="312420" y="101537"/>
                </a:lnTo>
                <a:lnTo>
                  <a:pt x="0" y="101537"/>
                </a:lnTo>
              </a:path>
            </a:pathLst>
          </a:custGeom>
          <a:noFill xmlns:a="http://schemas.openxmlformats.org/drawingml/2006/main"/>
          <a:ln xmlns:a="http://schemas.openxmlformats.org/drawingml/2006/main" w="12383">
            <a:solidFill>
              <a:srgbClr val="132C43"/>
            </a:solidFill>
            <a:prstDash val="solid"/>
          </a:ln>
        </p:spPr>
      </p:sp>
      <p:sp>
        <p:nvSpPr>
          <p:cNvPr id="57" name="Diagram connector">
            <a:extLst xmlns:a="http://schemas.openxmlformats.org/drawingml/2006/main">
              <a:ext uri="{FF2B5EF4-FFF2-40B4-BE49-F238E27FC236}">
                <a16:creationId xmlns:a16="http://schemas.microsoft.com/office/drawing/2014/main" id="{9FE5BF61-6556-4203-B215-24E858EC4096}"/>
              </a:ext>
            </a:extLst>
          </p:cNvPr>
          <p:cNvSpPr>
            <a:spLocks xmlns:a="http://schemas.openxmlformats.org/drawingml/2006/main" noGrp="1"/>
          </p:cNvSpPr>
          <p:nvPr/>
        </p:nvSpPr>
        <p:spPr>
          <a:xfrm xmlns:a="http://schemas.openxmlformats.org/drawingml/2006/main">
            <a:off x="6579680" y="344024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8" name="Schema + lint + bounded retries">
            <a:extLst xmlns:a="http://schemas.openxmlformats.org/drawingml/2006/main">
              <a:ext uri="{FF2B5EF4-FFF2-40B4-BE49-F238E27FC236}">
                <a16:creationId xmlns:a16="http://schemas.microsoft.com/office/drawing/2014/main" id="{8E1C7DAD-CBC8-43EF-A259-80E71A11BA09}"/>
              </a:ext>
            </a:extLst>
          </p:cNvPr>
          <p:cNvSpPr>
            <a:spLocks xmlns:a="http://schemas.openxmlformats.org/drawingml/2006/main" noGrp="1"/>
          </p:cNvSpPr>
          <p:nvPr/>
        </p:nvSpPr>
        <p:spPr>
          <a:xfrm xmlns:a="http://schemas.openxmlformats.org/drawingml/2006/main">
            <a:off x="5893880" y="3243453"/>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Schema + lint + bounded retries</a:t>
            </a:r>
          </a:p>
        </p:txBody>
      </p:sp>
      <p:sp>
        <p:nvSpPr>
          <p:cNvPr id="59" name="Diagram connector">
            <a:extLst xmlns:a="http://schemas.openxmlformats.org/drawingml/2006/main">
              <a:ext uri="{FF2B5EF4-FFF2-40B4-BE49-F238E27FC236}">
                <a16:creationId xmlns:a16="http://schemas.microsoft.com/office/drawing/2014/main" id="{E36BC076-E41A-4751-8C53-90A5DB427C91}"/>
              </a:ext>
            </a:extLst>
          </p:cNvPr>
          <p:cNvSpPr>
            <a:spLocks xmlns:a="http://schemas.openxmlformats.org/drawingml/2006/main" noGrp="1"/>
          </p:cNvSpPr>
          <p:nvPr/>
        </p:nvSpPr>
        <p:spPr>
          <a:xfrm xmlns:a="http://schemas.openxmlformats.org/drawingml/2006/main">
            <a:off x="5517452" y="356425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60" name="Diagram connector">
            <a:extLst xmlns:a="http://schemas.openxmlformats.org/drawingml/2006/main">
              <a:ext uri="{FF2B5EF4-FFF2-40B4-BE49-F238E27FC236}">
                <a16:creationId xmlns:a16="http://schemas.microsoft.com/office/drawing/2014/main" id="{5D8A65F7-48EB-4E2E-A808-3F796E93BD07}"/>
              </a:ext>
            </a:extLst>
          </p:cNvPr>
          <p:cNvSpPr>
            <a:spLocks xmlns:a="http://schemas.openxmlformats.org/drawingml/2006/main" noGrp="1"/>
          </p:cNvSpPr>
          <p:nvPr/>
        </p:nvSpPr>
        <p:spPr>
          <a:xfrm xmlns:a="http://schemas.openxmlformats.org/drawingml/2006/main">
            <a:off x="5517452" y="352615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1" name="HarnessResult / exception">
            <a:extLst xmlns:a="http://schemas.openxmlformats.org/drawingml/2006/main">
              <a:ext uri="{FF2B5EF4-FFF2-40B4-BE49-F238E27FC236}">
                <a16:creationId xmlns:a16="http://schemas.microsoft.com/office/drawing/2014/main" id="{C620E43E-0FBA-4CCE-BCD3-00A60FAB160D}"/>
              </a:ext>
            </a:extLst>
          </p:cNvPr>
          <p:cNvSpPr>
            <a:spLocks xmlns:a="http://schemas.openxmlformats.org/drawingml/2006/main" noGrp="1"/>
          </p:cNvSpPr>
          <p:nvPr/>
        </p:nvSpPr>
        <p:spPr>
          <a:xfrm xmlns:a="http://schemas.openxmlformats.org/drawingml/2006/main">
            <a:off x="4619816" y="343090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HarnessResult / exception</a:t>
            </a:r>
          </a:p>
        </p:txBody>
      </p:sp>
      <p:sp>
        <p:nvSpPr>
          <p:cNvPr id="62" name="Diagram connector">
            <a:extLst xmlns:a="http://schemas.openxmlformats.org/drawingml/2006/main">
              <a:ext uri="{FF2B5EF4-FFF2-40B4-BE49-F238E27FC236}">
                <a16:creationId xmlns:a16="http://schemas.microsoft.com/office/drawing/2014/main" id="{5F171705-E931-4441-979B-20245C7CD665}"/>
              </a:ext>
            </a:extLst>
          </p:cNvPr>
          <p:cNvSpPr>
            <a:spLocks xmlns:a="http://schemas.openxmlformats.org/drawingml/2006/main" noGrp="1"/>
          </p:cNvSpPr>
          <p:nvPr/>
        </p:nvSpPr>
        <p:spPr>
          <a:xfrm xmlns:a="http://schemas.openxmlformats.org/drawingml/2006/main">
            <a:off x="4455224" y="3751707"/>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63" name="Diagram connector">
            <a:extLst xmlns:a="http://schemas.openxmlformats.org/drawingml/2006/main">
              <a:ext uri="{FF2B5EF4-FFF2-40B4-BE49-F238E27FC236}">
                <a16:creationId xmlns:a16="http://schemas.microsoft.com/office/drawing/2014/main" id="{BA178983-5E6F-4815-AEE3-3F5C37FAF6E1}"/>
              </a:ext>
            </a:extLst>
          </p:cNvPr>
          <p:cNvSpPr>
            <a:spLocks xmlns:a="http://schemas.openxmlformats.org/drawingml/2006/main" noGrp="1"/>
          </p:cNvSpPr>
          <p:nvPr/>
        </p:nvSpPr>
        <p:spPr>
          <a:xfrm xmlns:a="http://schemas.openxmlformats.org/drawingml/2006/main">
            <a:off x="4455224" y="3713607"/>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4" name="Validated output / failure">
            <a:extLst xmlns:a="http://schemas.openxmlformats.org/drawingml/2006/main">
              <a:ext uri="{FF2B5EF4-FFF2-40B4-BE49-F238E27FC236}">
                <a16:creationId xmlns:a16="http://schemas.microsoft.com/office/drawing/2014/main" id="{623FCE89-CD6C-4FD2-B5D1-1A38B1FFAF66}"/>
              </a:ext>
            </a:extLst>
          </p:cNvPr>
          <p:cNvSpPr>
            <a:spLocks xmlns:a="http://schemas.openxmlformats.org/drawingml/2006/main" noGrp="1"/>
          </p:cNvSpPr>
          <p:nvPr/>
        </p:nvSpPr>
        <p:spPr>
          <a:xfrm xmlns:a="http://schemas.openxmlformats.org/drawingml/2006/main">
            <a:off x="3557588" y="3618357"/>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Validated output / failure</a:t>
            </a:r>
          </a:p>
        </p:txBody>
      </p:sp>
      <p:sp>
        <p:nvSpPr>
          <p:cNvPr id="65" name="Diagram connector">
            <a:extLst xmlns:a="http://schemas.openxmlformats.org/drawingml/2006/main">
              <a:ext uri="{FF2B5EF4-FFF2-40B4-BE49-F238E27FC236}">
                <a16:creationId xmlns:a16="http://schemas.microsoft.com/office/drawing/2014/main" id="{B5E59524-61F6-48EA-82CA-3F4D55A77C76}"/>
              </a:ext>
            </a:extLst>
          </p:cNvPr>
          <p:cNvSpPr>
            <a:spLocks xmlns:a="http://schemas.openxmlformats.org/drawingml/2006/main" noGrp="1"/>
          </p:cNvSpPr>
          <p:nvPr/>
        </p:nvSpPr>
        <p:spPr>
          <a:xfrm xmlns:a="http://schemas.openxmlformats.org/drawingml/2006/main">
            <a:off x="4455224" y="3939159"/>
            <a:ext cx="5311140" cy="9525"/>
          </a:xfrm>
          <a:custGeom xmlns:a="http://schemas.openxmlformats.org/drawingml/2006/main">
            <a:pathLst>
              <a:path w="5311140" h="9525">
                <a:moveTo>
                  <a:pt x="0" y="0"/>
                </a:moveTo>
                <a:lnTo>
                  <a:pt x="5311140" y="0"/>
                </a:lnTo>
              </a:path>
            </a:pathLst>
          </a:custGeom>
          <a:noFill xmlns:a="http://schemas.openxmlformats.org/drawingml/2006/main"/>
          <a:ln xmlns:a="http://schemas.openxmlformats.org/drawingml/2006/main" w="12383">
            <a:solidFill>
              <a:srgbClr val="132C43"/>
            </a:solidFill>
            <a:prstDash val="solid"/>
          </a:ln>
        </p:spPr>
      </p:sp>
      <p:sp>
        <p:nvSpPr>
          <p:cNvPr id="66" name="Diagram connector">
            <a:extLst xmlns:a="http://schemas.openxmlformats.org/drawingml/2006/main">
              <a:ext uri="{FF2B5EF4-FFF2-40B4-BE49-F238E27FC236}">
                <a16:creationId xmlns:a16="http://schemas.microsoft.com/office/drawing/2014/main" id="{D21A47CF-F8A7-4968-9861-70F745F3F97E}"/>
              </a:ext>
            </a:extLst>
          </p:cNvPr>
          <p:cNvSpPr>
            <a:spLocks xmlns:a="http://schemas.openxmlformats.org/drawingml/2006/main" noGrp="1"/>
          </p:cNvSpPr>
          <p:nvPr/>
        </p:nvSpPr>
        <p:spPr>
          <a:xfrm xmlns:a="http://schemas.openxmlformats.org/drawingml/2006/main">
            <a:off x="9671114" y="390105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7" name="[success] save + emit_event">
            <a:extLst xmlns:a="http://schemas.openxmlformats.org/drawingml/2006/main">
              <a:ext uri="{FF2B5EF4-FFF2-40B4-BE49-F238E27FC236}">
                <a16:creationId xmlns:a16="http://schemas.microsoft.com/office/drawing/2014/main" id="{6D6C4221-FDA0-44B3-92A0-CCFE88E6B6C9}"/>
              </a:ext>
            </a:extLst>
          </p:cNvPr>
          <p:cNvSpPr>
            <a:spLocks xmlns:a="http://schemas.openxmlformats.org/drawingml/2006/main" noGrp="1"/>
          </p:cNvSpPr>
          <p:nvPr/>
        </p:nvSpPr>
        <p:spPr>
          <a:xfrm xmlns:a="http://schemas.openxmlformats.org/drawingml/2006/main">
            <a:off x="4026599" y="3805809"/>
            <a:ext cx="616839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[success] save + emit_event</a:t>
            </a:r>
          </a:p>
        </p:txBody>
      </p:sp>
      <p:sp>
        <p:nvSpPr>
          <p:cNvPr id="68" name="Diagram connector">
            <a:extLst xmlns:a="http://schemas.openxmlformats.org/drawingml/2006/main">
              <a:ext uri="{FF2B5EF4-FFF2-40B4-BE49-F238E27FC236}">
                <a16:creationId xmlns:a16="http://schemas.microsoft.com/office/drawing/2014/main" id="{019E9B04-BD60-4539-95EF-690D14017FA1}"/>
              </a:ext>
            </a:extLst>
          </p:cNvPr>
          <p:cNvSpPr>
            <a:spLocks xmlns:a="http://schemas.openxmlformats.org/drawingml/2006/main" noGrp="1"/>
          </p:cNvSpPr>
          <p:nvPr/>
        </p:nvSpPr>
        <p:spPr>
          <a:xfrm xmlns:a="http://schemas.openxmlformats.org/drawingml/2006/main">
            <a:off x="3392996" y="4126611"/>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97F7526F-5F79-4BE5-8AEB-6F3CE6335C24}"/>
              </a:ext>
            </a:extLst>
          </p:cNvPr>
          <p:cNvSpPr>
            <a:spLocks xmlns:a="http://schemas.openxmlformats.org/drawingml/2006/main" noGrp="1"/>
          </p:cNvSpPr>
          <p:nvPr/>
        </p:nvSpPr>
        <p:spPr>
          <a:xfrm xmlns:a="http://schemas.openxmlformats.org/drawingml/2006/main">
            <a:off x="9671114" y="4088511"/>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events_after(project, sequence)">
            <a:extLst xmlns:a="http://schemas.openxmlformats.org/drawingml/2006/main">
              <a:ext uri="{FF2B5EF4-FFF2-40B4-BE49-F238E27FC236}">
                <a16:creationId xmlns:a16="http://schemas.microsoft.com/office/drawing/2014/main" id="{2987F830-F29A-4210-82C0-AF866B34EB36}"/>
              </a:ext>
            </a:extLst>
          </p:cNvPr>
          <p:cNvSpPr>
            <a:spLocks xmlns:a="http://schemas.openxmlformats.org/drawingml/2006/main" noGrp="1"/>
          </p:cNvSpPr>
          <p:nvPr/>
        </p:nvSpPr>
        <p:spPr>
          <a:xfrm xmlns:a="http://schemas.openxmlformats.org/drawingml/2006/main">
            <a:off x="2964371" y="3993261"/>
            <a:ext cx="7230618"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events_after(project, sequence)</a:t>
            </a:r>
          </a:p>
        </p:txBody>
      </p:sp>
      <p:sp>
        <p:nvSpPr>
          <p:cNvPr id="71" name="Diagram connector">
            <a:extLst xmlns:a="http://schemas.openxmlformats.org/drawingml/2006/main">
              <a:ext uri="{FF2B5EF4-FFF2-40B4-BE49-F238E27FC236}">
                <a16:creationId xmlns:a16="http://schemas.microsoft.com/office/drawing/2014/main" id="{8DA62C78-C5F1-4B83-AC37-B603ACF06207}"/>
              </a:ext>
            </a:extLst>
          </p:cNvPr>
          <p:cNvSpPr>
            <a:spLocks xmlns:a="http://schemas.openxmlformats.org/drawingml/2006/main" noGrp="1"/>
          </p:cNvSpPr>
          <p:nvPr/>
        </p:nvSpPr>
        <p:spPr>
          <a:xfrm xmlns:a="http://schemas.openxmlformats.org/drawingml/2006/main">
            <a:off x="3392996" y="4282821"/>
            <a:ext cx="6373368" cy="9525"/>
          </a:xfrm>
          <a:custGeom xmlns:a="http://schemas.openxmlformats.org/drawingml/2006/main">
            <a:pathLst>
              <a:path w="6373368" h="9525">
                <a:moveTo>
                  <a:pt x="6373368" y="0"/>
                </a:moveTo>
                <a:lnTo>
                  <a:pt x="0" y="0"/>
                </a:lnTo>
              </a:path>
            </a:pathLst>
          </a:custGeom>
          <a:noFill xmlns:a="http://schemas.openxmlformats.org/drawingml/2006/main"/>
          <a:ln xmlns:a="http://schemas.openxmlformats.org/drawingml/2006/main" w="12383">
            <a:solidFill>
              <a:srgbClr val="132C43"/>
            </a:solidFill>
            <a:prstDash val="dash"/>
          </a:ln>
        </p:spPr>
      </p:sp>
      <p:sp>
        <p:nvSpPr>
          <p:cNvPr id="72" name="Diagram connector">
            <a:extLst xmlns:a="http://schemas.openxmlformats.org/drawingml/2006/main">
              <a:ext uri="{FF2B5EF4-FFF2-40B4-BE49-F238E27FC236}">
                <a16:creationId xmlns:a16="http://schemas.microsoft.com/office/drawing/2014/main" id="{7CB9302C-670A-4F40-9E17-591CAB9EA86A}"/>
              </a:ext>
            </a:extLst>
          </p:cNvPr>
          <p:cNvSpPr>
            <a:spLocks xmlns:a="http://schemas.openxmlformats.org/drawingml/2006/main" noGrp="1"/>
          </p:cNvSpPr>
          <p:nvPr/>
        </p:nvSpPr>
        <p:spPr>
          <a:xfrm xmlns:a="http://schemas.openxmlformats.org/drawingml/2006/main">
            <a:off x="3392996" y="424472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3" name="Stored event rows">
            <a:extLst xmlns:a="http://schemas.openxmlformats.org/drawingml/2006/main">
              <a:ext uri="{FF2B5EF4-FFF2-40B4-BE49-F238E27FC236}">
                <a16:creationId xmlns:a16="http://schemas.microsoft.com/office/drawing/2014/main" id="{C7D5D326-C7E8-4FB3-91BE-97042069442B}"/>
              </a:ext>
            </a:extLst>
          </p:cNvPr>
          <p:cNvSpPr>
            <a:spLocks xmlns:a="http://schemas.openxmlformats.org/drawingml/2006/main" noGrp="1"/>
          </p:cNvSpPr>
          <p:nvPr/>
        </p:nvSpPr>
        <p:spPr>
          <a:xfrm xmlns:a="http://schemas.openxmlformats.org/drawingml/2006/main">
            <a:off x="2964371" y="4149471"/>
            <a:ext cx="7230618"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Stored event rows</a:t>
            </a:r>
          </a:p>
        </p:txBody>
      </p:sp>
      <p:sp>
        <p:nvSpPr>
          <p:cNvPr id="74" name="Diagram connector">
            <a:extLst xmlns:a="http://schemas.openxmlformats.org/drawingml/2006/main">
              <a:ext uri="{FF2B5EF4-FFF2-40B4-BE49-F238E27FC236}">
                <a16:creationId xmlns:a16="http://schemas.microsoft.com/office/drawing/2014/main" id="{4B8A95B4-8AE1-4E92-85B7-C0613412637C}"/>
              </a:ext>
            </a:extLst>
          </p:cNvPr>
          <p:cNvSpPr>
            <a:spLocks xmlns:a="http://schemas.openxmlformats.org/drawingml/2006/main" noGrp="1"/>
          </p:cNvSpPr>
          <p:nvPr/>
        </p:nvSpPr>
        <p:spPr>
          <a:xfrm xmlns:a="http://schemas.openxmlformats.org/drawingml/2006/main">
            <a:off x="2330768" y="4439031"/>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E89F42B7-F55E-4A4A-9D3B-C3CF20CFB632}"/>
              </a:ext>
            </a:extLst>
          </p:cNvPr>
          <p:cNvSpPr>
            <a:spLocks xmlns:a="http://schemas.openxmlformats.org/drawingml/2006/main" noGrp="1"/>
          </p:cNvSpPr>
          <p:nvPr/>
        </p:nvSpPr>
        <p:spPr>
          <a:xfrm xmlns:a="http://schemas.openxmlformats.org/drawingml/2006/main">
            <a:off x="2330768" y="440093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6" name="SSE: agent progress">
            <a:extLst xmlns:a="http://schemas.openxmlformats.org/drawingml/2006/main">
              <a:ext uri="{FF2B5EF4-FFF2-40B4-BE49-F238E27FC236}">
                <a16:creationId xmlns:a16="http://schemas.microsoft.com/office/drawing/2014/main" id="{EE5ACB2D-69BF-4C50-A9B3-8383DFCC5CA6}"/>
              </a:ext>
            </a:extLst>
          </p:cNvPr>
          <p:cNvSpPr>
            <a:spLocks xmlns:a="http://schemas.openxmlformats.org/drawingml/2006/main" noGrp="1"/>
          </p:cNvSpPr>
          <p:nvPr/>
        </p:nvSpPr>
        <p:spPr>
          <a:xfrm xmlns:a="http://schemas.openxmlformats.org/drawingml/2006/main">
            <a:off x="1433132" y="4305681"/>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SSE: agent progress</a:t>
            </a:r>
          </a:p>
        </p:txBody>
      </p:sp>
      <p:sp>
        <p:nvSpPr>
          <p:cNvPr id="77" name="Diagram connector">
            <a:extLst xmlns:a="http://schemas.openxmlformats.org/drawingml/2006/main">
              <a:ext uri="{FF2B5EF4-FFF2-40B4-BE49-F238E27FC236}">
                <a16:creationId xmlns:a16="http://schemas.microsoft.com/office/drawing/2014/main" id="{D75DA1BB-AEE7-40B9-92EA-786C07CDD75C}"/>
              </a:ext>
            </a:extLst>
          </p:cNvPr>
          <p:cNvSpPr>
            <a:spLocks xmlns:a="http://schemas.openxmlformats.org/drawingml/2006/main" noGrp="1"/>
          </p:cNvSpPr>
          <p:nvPr/>
        </p:nvSpPr>
        <p:spPr>
          <a:xfrm xmlns:a="http://schemas.openxmlformats.org/drawingml/2006/main">
            <a:off x="4455224" y="4563999"/>
            <a:ext cx="312420" cy="101537"/>
          </a:xfrm>
          <a:custGeom xmlns:a="http://schemas.openxmlformats.org/drawingml/2006/main">
            <a:pathLst>
              <a:path w="312420" h="101537">
                <a:moveTo>
                  <a:pt x="0" y="0"/>
                </a:moveTo>
                <a:lnTo>
                  <a:pt x="312420" y="0"/>
                </a:lnTo>
                <a:lnTo>
                  <a:pt x="312420" y="101537"/>
                </a:lnTo>
                <a:lnTo>
                  <a:pt x="0" y="101537"/>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6AB332BB-512D-46C7-9275-4C50FCDE0A41}"/>
              </a:ext>
            </a:extLst>
          </p:cNvPr>
          <p:cNvSpPr>
            <a:spLocks xmlns:a="http://schemas.openxmlformats.org/drawingml/2006/main" noGrp="1"/>
          </p:cNvSpPr>
          <p:nvPr/>
        </p:nvSpPr>
        <p:spPr>
          <a:xfrm xmlns:a="http://schemas.openxmlformats.org/drawingml/2006/main">
            <a:off x="4455224" y="4627436"/>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9" name="ConflictResolver; FinalArchitect if no conflicts">
            <a:extLst xmlns:a="http://schemas.openxmlformats.org/drawingml/2006/main">
              <a:ext uri="{FF2B5EF4-FFF2-40B4-BE49-F238E27FC236}">
                <a16:creationId xmlns:a16="http://schemas.microsoft.com/office/drawing/2014/main" id="{9FEA0FBC-9A13-496A-BBDA-7E9EB011AC82}"/>
              </a:ext>
            </a:extLst>
          </p:cNvPr>
          <p:cNvSpPr>
            <a:spLocks xmlns:a="http://schemas.openxmlformats.org/drawingml/2006/main" noGrp="1"/>
          </p:cNvSpPr>
          <p:nvPr/>
        </p:nvSpPr>
        <p:spPr>
          <a:xfrm xmlns:a="http://schemas.openxmlformats.org/drawingml/2006/main">
            <a:off x="3769424" y="4430649"/>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ConflictResolver; FinalArchitect if no conflicts</a:t>
            </a:r>
          </a:p>
        </p:txBody>
      </p:sp>
      <p:sp>
        <p:nvSpPr>
          <p:cNvPr id="80" name="Diagram connector">
            <a:extLst xmlns:a="http://schemas.openxmlformats.org/drawingml/2006/main">
              <a:ext uri="{FF2B5EF4-FFF2-40B4-BE49-F238E27FC236}">
                <a16:creationId xmlns:a16="http://schemas.microsoft.com/office/drawing/2014/main" id="{990647BF-1219-4919-B032-267E7794CBD9}"/>
              </a:ext>
            </a:extLst>
          </p:cNvPr>
          <p:cNvSpPr>
            <a:spLocks xmlns:a="http://schemas.openxmlformats.org/drawingml/2006/main" noGrp="1"/>
          </p:cNvSpPr>
          <p:nvPr/>
        </p:nvSpPr>
        <p:spPr>
          <a:xfrm xmlns:a="http://schemas.openxmlformats.org/drawingml/2006/main">
            <a:off x="4455224" y="4876419"/>
            <a:ext cx="4248912" cy="9525"/>
          </a:xfrm>
          <a:custGeom xmlns:a="http://schemas.openxmlformats.org/drawingml/2006/main">
            <a:pathLst>
              <a:path w="4248912" h="9525">
                <a:moveTo>
                  <a:pt x="0" y="0"/>
                </a:moveTo>
                <a:lnTo>
                  <a:pt x="4248912" y="0"/>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8EF0A7FD-434B-4007-A615-2D8083989FD0}"/>
              </a:ext>
            </a:extLst>
          </p:cNvPr>
          <p:cNvSpPr>
            <a:spLocks xmlns:a="http://schemas.openxmlformats.org/drawingml/2006/main" noGrp="1"/>
          </p:cNvSpPr>
          <p:nvPr/>
        </p:nvSpPr>
        <p:spPr>
          <a:xfrm xmlns:a="http://schemas.openxmlformats.org/drawingml/2006/main">
            <a:off x="8608886" y="483831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2" name="[no conflicts] compile_model(...)">
            <a:extLst xmlns:a="http://schemas.openxmlformats.org/drawingml/2006/main">
              <a:ext uri="{FF2B5EF4-FFF2-40B4-BE49-F238E27FC236}">
                <a16:creationId xmlns:a16="http://schemas.microsoft.com/office/drawing/2014/main" id="{8BFEEEF1-27BD-44C6-A0C1-3291921F6619}"/>
              </a:ext>
            </a:extLst>
          </p:cNvPr>
          <p:cNvSpPr>
            <a:spLocks xmlns:a="http://schemas.openxmlformats.org/drawingml/2006/main" noGrp="1"/>
          </p:cNvSpPr>
          <p:nvPr/>
        </p:nvSpPr>
        <p:spPr>
          <a:xfrm xmlns:a="http://schemas.openxmlformats.org/drawingml/2006/main">
            <a:off x="4026599" y="4743069"/>
            <a:ext cx="5106162"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[no conflicts] compile_model(...)</a:t>
            </a:r>
          </a:p>
        </p:txBody>
      </p:sp>
      <p:sp>
        <p:nvSpPr>
          <p:cNvPr id="83" name="Diagram connector">
            <a:extLst xmlns:a="http://schemas.openxmlformats.org/drawingml/2006/main">
              <a:ext uri="{FF2B5EF4-FFF2-40B4-BE49-F238E27FC236}">
                <a16:creationId xmlns:a16="http://schemas.microsoft.com/office/drawing/2014/main" id="{D27AEDE9-A9BB-4BB0-A2CB-F8BDC51EDE59}"/>
              </a:ext>
            </a:extLst>
          </p:cNvPr>
          <p:cNvSpPr>
            <a:spLocks xmlns:a="http://schemas.openxmlformats.org/drawingml/2006/main" noGrp="1"/>
          </p:cNvSpPr>
          <p:nvPr/>
        </p:nvSpPr>
        <p:spPr>
          <a:xfrm xmlns:a="http://schemas.openxmlformats.org/drawingml/2006/main">
            <a:off x="7641908" y="5048250"/>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solid"/>
          </a:ln>
        </p:spPr>
      </p:sp>
      <p:sp>
        <p:nvSpPr>
          <p:cNvPr id="84" name="Diagram connector">
            <a:extLst xmlns:a="http://schemas.openxmlformats.org/drawingml/2006/main">
              <a:ext uri="{FF2B5EF4-FFF2-40B4-BE49-F238E27FC236}">
                <a16:creationId xmlns:a16="http://schemas.microsoft.com/office/drawing/2014/main" id="{DE58AE69-FF00-41C7-A85A-7AA738A54233}"/>
              </a:ext>
            </a:extLst>
          </p:cNvPr>
          <p:cNvSpPr>
            <a:spLocks xmlns:a="http://schemas.openxmlformats.org/drawingml/2006/main" noGrp="1"/>
          </p:cNvSpPr>
          <p:nvPr/>
        </p:nvSpPr>
        <p:spPr>
          <a:xfrm xmlns:a="http://schemas.openxmlformats.org/drawingml/2006/main">
            <a:off x="7641908" y="50101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5" name="Generate + validate sections">
            <a:extLst xmlns:a="http://schemas.openxmlformats.org/drawingml/2006/main">
              <a:ext uri="{FF2B5EF4-FFF2-40B4-BE49-F238E27FC236}">
                <a16:creationId xmlns:a16="http://schemas.microsoft.com/office/drawing/2014/main" id="{688C14EB-12EF-40A0-BCE6-0AAAA1ADDDBC}"/>
              </a:ext>
            </a:extLst>
          </p:cNvPr>
          <p:cNvSpPr>
            <a:spLocks xmlns:a="http://schemas.openxmlformats.org/drawingml/2006/main" noGrp="1"/>
          </p:cNvSpPr>
          <p:nvPr/>
        </p:nvSpPr>
        <p:spPr>
          <a:xfrm xmlns:a="http://schemas.openxmlformats.org/drawingml/2006/main">
            <a:off x="6744271" y="491490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Generate + validate sections</a:t>
            </a:r>
          </a:p>
        </p:txBody>
      </p:sp>
      <p:sp>
        <p:nvSpPr>
          <p:cNvPr id="86" name="Diagram connector">
            <a:extLst xmlns:a="http://schemas.openxmlformats.org/drawingml/2006/main">
              <a:ext uri="{FF2B5EF4-FFF2-40B4-BE49-F238E27FC236}">
                <a16:creationId xmlns:a16="http://schemas.microsoft.com/office/drawing/2014/main" id="{779AEA5D-DE58-4FE0-9BD1-424C097081F4}"/>
              </a:ext>
            </a:extLst>
          </p:cNvPr>
          <p:cNvSpPr>
            <a:spLocks xmlns:a="http://schemas.openxmlformats.org/drawingml/2006/main" noGrp="1"/>
          </p:cNvSpPr>
          <p:nvPr/>
        </p:nvSpPr>
        <p:spPr>
          <a:xfrm xmlns:a="http://schemas.openxmlformats.org/drawingml/2006/main">
            <a:off x="7641908" y="5220081"/>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dash"/>
          </a:ln>
        </p:spPr>
      </p:sp>
      <p:sp>
        <p:nvSpPr>
          <p:cNvPr id="87" name="Diagram connector">
            <a:extLst xmlns:a="http://schemas.openxmlformats.org/drawingml/2006/main">
              <a:ext uri="{FF2B5EF4-FFF2-40B4-BE49-F238E27FC236}">
                <a16:creationId xmlns:a16="http://schemas.microsoft.com/office/drawing/2014/main" id="{0B5E9104-9141-4E92-89C1-C6C499025A4B}"/>
              </a:ext>
            </a:extLst>
          </p:cNvPr>
          <p:cNvSpPr>
            <a:spLocks xmlns:a="http://schemas.openxmlformats.org/drawingml/2006/main" noGrp="1"/>
          </p:cNvSpPr>
          <p:nvPr/>
        </p:nvSpPr>
        <p:spPr>
          <a:xfrm xmlns:a="http://schemas.openxmlformats.org/drawingml/2006/main">
            <a:off x="8608886" y="5181981"/>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88" name="Section JSON / error">
            <a:extLst xmlns:a="http://schemas.openxmlformats.org/drawingml/2006/main">
              <a:ext uri="{FF2B5EF4-FFF2-40B4-BE49-F238E27FC236}">
                <a16:creationId xmlns:a16="http://schemas.microsoft.com/office/drawing/2014/main" id="{75C06B7C-488D-4C0F-AF53-5FC5EC97C953}"/>
              </a:ext>
            </a:extLst>
          </p:cNvPr>
          <p:cNvSpPr>
            <a:spLocks xmlns:a="http://schemas.openxmlformats.org/drawingml/2006/main" noGrp="1"/>
          </p:cNvSpPr>
          <p:nvPr/>
        </p:nvSpPr>
        <p:spPr>
          <a:xfrm xmlns:a="http://schemas.openxmlformats.org/drawingml/2006/main">
            <a:off x="6744271" y="5086731"/>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Section JSON / error</a:t>
            </a:r>
          </a:p>
        </p:txBody>
      </p:sp>
      <p:sp>
        <p:nvSpPr>
          <p:cNvPr id="89" name="Diagram connector">
            <a:extLst xmlns:a="http://schemas.openxmlformats.org/drawingml/2006/main">
              <a:ext uri="{FF2B5EF4-FFF2-40B4-BE49-F238E27FC236}">
                <a16:creationId xmlns:a16="http://schemas.microsoft.com/office/drawing/2014/main" id="{0D008640-7DB0-4056-B16D-B4CDE8A0D98D}"/>
              </a:ext>
            </a:extLst>
          </p:cNvPr>
          <p:cNvSpPr>
            <a:spLocks xmlns:a="http://schemas.openxmlformats.org/drawingml/2006/main" noGrp="1"/>
          </p:cNvSpPr>
          <p:nvPr/>
        </p:nvSpPr>
        <p:spPr>
          <a:xfrm xmlns:a="http://schemas.openxmlformats.org/drawingml/2006/main">
            <a:off x="4455224" y="5391912"/>
            <a:ext cx="4248912" cy="9525"/>
          </a:xfrm>
          <a:custGeom xmlns:a="http://schemas.openxmlformats.org/drawingml/2006/main">
            <a:pathLst>
              <a:path w="4248912" h="9525">
                <a:moveTo>
                  <a:pt x="4248912" y="0"/>
                </a:moveTo>
                <a:lnTo>
                  <a:pt x="0" y="0"/>
                </a:lnTo>
              </a:path>
            </a:pathLst>
          </a:custGeom>
          <a:noFill xmlns:a="http://schemas.openxmlformats.org/drawingml/2006/main"/>
          <a:ln xmlns:a="http://schemas.openxmlformats.org/drawingml/2006/main" w="12383">
            <a:solidFill>
              <a:srgbClr val="132C43"/>
            </a:solidFill>
            <a:prstDash val="dash"/>
          </a:ln>
        </p:spPr>
      </p:sp>
      <p:sp>
        <p:nvSpPr>
          <p:cNvPr id="90" name="Diagram connector">
            <a:extLst xmlns:a="http://schemas.openxmlformats.org/drawingml/2006/main">
              <a:ext uri="{FF2B5EF4-FFF2-40B4-BE49-F238E27FC236}">
                <a16:creationId xmlns:a16="http://schemas.microsoft.com/office/drawing/2014/main" id="{7E1DBA87-BE55-42B6-AEE6-D547E05B4959}"/>
              </a:ext>
            </a:extLst>
          </p:cNvPr>
          <p:cNvSpPr>
            <a:spLocks xmlns:a="http://schemas.openxmlformats.org/drawingml/2006/main" noGrp="1"/>
          </p:cNvSpPr>
          <p:nvPr/>
        </p:nvSpPr>
        <p:spPr>
          <a:xfrm xmlns:a="http://schemas.openxmlformats.org/drawingml/2006/main">
            <a:off x="4455224" y="5353812"/>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91" name="Validated BuildSpec">
            <a:extLst xmlns:a="http://schemas.openxmlformats.org/drawingml/2006/main">
              <a:ext uri="{FF2B5EF4-FFF2-40B4-BE49-F238E27FC236}">
                <a16:creationId xmlns:a16="http://schemas.microsoft.com/office/drawing/2014/main" id="{1992AEB6-7D58-4E03-A62C-0E481EA2BA89}"/>
              </a:ext>
            </a:extLst>
          </p:cNvPr>
          <p:cNvSpPr>
            <a:spLocks xmlns:a="http://schemas.openxmlformats.org/drawingml/2006/main" noGrp="1"/>
          </p:cNvSpPr>
          <p:nvPr/>
        </p:nvSpPr>
        <p:spPr>
          <a:xfrm xmlns:a="http://schemas.openxmlformats.org/drawingml/2006/main">
            <a:off x="4026599" y="5258562"/>
            <a:ext cx="5106162"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Validated BuildSpec</a:t>
            </a:r>
          </a:p>
        </p:txBody>
      </p:sp>
      <p:sp>
        <p:nvSpPr>
          <p:cNvPr id="92" name="Diagram connector">
            <a:extLst xmlns:a="http://schemas.openxmlformats.org/drawingml/2006/main">
              <a:ext uri="{FF2B5EF4-FFF2-40B4-BE49-F238E27FC236}">
                <a16:creationId xmlns:a16="http://schemas.microsoft.com/office/drawing/2014/main" id="{FE48D424-A386-4666-A978-450A46ED9220}"/>
              </a:ext>
            </a:extLst>
          </p:cNvPr>
          <p:cNvSpPr>
            <a:spLocks xmlns:a="http://schemas.openxmlformats.org/drawingml/2006/main" noGrp="1"/>
          </p:cNvSpPr>
          <p:nvPr/>
        </p:nvSpPr>
        <p:spPr>
          <a:xfrm xmlns:a="http://schemas.openxmlformats.org/drawingml/2006/main">
            <a:off x="4455224" y="5563743"/>
            <a:ext cx="5311140" cy="9525"/>
          </a:xfrm>
          <a:custGeom xmlns:a="http://schemas.openxmlformats.org/drawingml/2006/main">
            <a:pathLst>
              <a:path w="5311140" h="9525">
                <a:moveTo>
                  <a:pt x="0" y="0"/>
                </a:moveTo>
                <a:lnTo>
                  <a:pt x="5311140" y="0"/>
                </a:lnTo>
              </a:path>
            </a:pathLst>
          </a:custGeom>
          <a:noFill xmlns:a="http://schemas.openxmlformats.org/drawingml/2006/main"/>
          <a:ln xmlns:a="http://schemas.openxmlformats.org/drawingml/2006/main" w="12383">
            <a:solidFill>
              <a:srgbClr val="132C43"/>
            </a:solidFill>
            <a:prstDash val="solid"/>
          </a:ln>
        </p:spPr>
      </p:sp>
      <p:sp>
        <p:nvSpPr>
          <p:cNvPr id="93" name="Diagram connector">
            <a:extLst xmlns:a="http://schemas.openxmlformats.org/drawingml/2006/main">
              <a:ext uri="{FF2B5EF4-FFF2-40B4-BE49-F238E27FC236}">
                <a16:creationId xmlns:a16="http://schemas.microsoft.com/office/drawing/2014/main" id="{4B127AFE-05AF-4457-84F2-ECC9CCDE6449}"/>
              </a:ext>
            </a:extLst>
          </p:cNvPr>
          <p:cNvSpPr>
            <a:spLocks xmlns:a="http://schemas.openxmlformats.org/drawingml/2006/main" noGrp="1"/>
          </p:cNvSpPr>
          <p:nvPr/>
        </p:nvSpPr>
        <p:spPr>
          <a:xfrm xmlns:a="http://schemas.openxmlformats.org/drawingml/2006/main">
            <a:off x="9671114" y="5525643"/>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94" name="Save; BUILD_SPEC_COMPILED + PIPELINE_COMPLETED">
            <a:extLst xmlns:a="http://schemas.openxmlformats.org/drawingml/2006/main">
              <a:ext uri="{FF2B5EF4-FFF2-40B4-BE49-F238E27FC236}">
                <a16:creationId xmlns:a16="http://schemas.microsoft.com/office/drawing/2014/main" id="{626424D3-8D13-42F4-B0C1-EA3DBE9F3EDE}"/>
              </a:ext>
            </a:extLst>
          </p:cNvPr>
          <p:cNvSpPr>
            <a:spLocks xmlns:a="http://schemas.openxmlformats.org/drawingml/2006/main" noGrp="1"/>
          </p:cNvSpPr>
          <p:nvPr/>
        </p:nvSpPr>
        <p:spPr>
          <a:xfrm xmlns:a="http://schemas.openxmlformats.org/drawingml/2006/main">
            <a:off x="4026599" y="5430393"/>
            <a:ext cx="616839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Save; BUILD_SPEC_COMPILED + PIPELINE_COMPLETED</a:t>
            </a:r>
          </a:p>
        </p:txBody>
      </p:sp>
      <p:sp>
        <p:nvSpPr>
          <p:cNvPr id="95" name="Diagram connector">
            <a:extLst xmlns:a="http://schemas.openxmlformats.org/drawingml/2006/main">
              <a:ext uri="{FF2B5EF4-FFF2-40B4-BE49-F238E27FC236}">
                <a16:creationId xmlns:a16="http://schemas.microsoft.com/office/drawing/2014/main" id="{6BD14CDA-5030-4B90-B1B6-BB868BED900C}"/>
              </a:ext>
            </a:extLst>
          </p:cNvPr>
          <p:cNvSpPr>
            <a:spLocks xmlns:a="http://schemas.openxmlformats.org/drawingml/2006/main" noGrp="1"/>
          </p:cNvSpPr>
          <p:nvPr/>
        </p:nvSpPr>
        <p:spPr>
          <a:xfrm xmlns:a="http://schemas.openxmlformats.org/drawingml/2006/main">
            <a:off x="4455224" y="5907405"/>
            <a:ext cx="5311140" cy="9525"/>
          </a:xfrm>
          <a:custGeom xmlns:a="http://schemas.openxmlformats.org/drawingml/2006/main">
            <a:pathLst>
              <a:path w="5311140" h="9525">
                <a:moveTo>
                  <a:pt x="0" y="0"/>
                </a:moveTo>
                <a:lnTo>
                  <a:pt x="5311140" y="0"/>
                </a:lnTo>
              </a:path>
            </a:pathLst>
          </a:custGeom>
          <a:noFill xmlns:a="http://schemas.openxmlformats.org/drawingml/2006/main"/>
          <a:ln xmlns:a="http://schemas.openxmlformats.org/drawingml/2006/main" w="12383">
            <a:solidFill>
              <a:srgbClr val="132C43"/>
            </a:solidFill>
            <a:prstDash val="solid"/>
          </a:ln>
        </p:spPr>
      </p:sp>
      <p:sp>
        <p:nvSpPr>
          <p:cNvPr id="96" name="Diagram connector">
            <a:extLst xmlns:a="http://schemas.openxmlformats.org/drawingml/2006/main">
              <a:ext uri="{FF2B5EF4-FFF2-40B4-BE49-F238E27FC236}">
                <a16:creationId xmlns:a16="http://schemas.microsoft.com/office/drawing/2014/main" id="{308C4FE1-7DC2-4DCA-86FA-5B96CD954FFD}"/>
              </a:ext>
            </a:extLst>
          </p:cNvPr>
          <p:cNvSpPr>
            <a:spLocks xmlns:a="http://schemas.openxmlformats.org/drawingml/2006/main" noGrp="1"/>
          </p:cNvSpPr>
          <p:nvPr/>
        </p:nvSpPr>
        <p:spPr>
          <a:xfrm xmlns:a="http://schemas.openxmlformats.org/drawingml/2006/main">
            <a:off x="9671114" y="586930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97" name="Persist stop status + failure event">
            <a:extLst xmlns:a="http://schemas.openxmlformats.org/drawingml/2006/main">
              <a:ext uri="{FF2B5EF4-FFF2-40B4-BE49-F238E27FC236}">
                <a16:creationId xmlns:a16="http://schemas.microsoft.com/office/drawing/2014/main" id="{89CC1B3C-AA85-4FC4-9D0E-5FA26CD6D2C3}"/>
              </a:ext>
            </a:extLst>
          </p:cNvPr>
          <p:cNvSpPr>
            <a:spLocks xmlns:a="http://schemas.openxmlformats.org/drawingml/2006/main" noGrp="1"/>
          </p:cNvSpPr>
          <p:nvPr/>
        </p:nvSpPr>
        <p:spPr>
          <a:xfrm xmlns:a="http://schemas.openxmlformats.org/drawingml/2006/main">
            <a:off x="4026599" y="5774055"/>
            <a:ext cx="616839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Persist stop status + failure event</a:t>
            </a:r>
          </a:p>
        </p:txBody>
      </p:sp>
      <p:sp>
        <p:nvSpPr>
          <p:cNvPr id="98" name="Diagram connector">
            <a:extLst xmlns:a="http://schemas.openxmlformats.org/drawingml/2006/main">
              <a:ext uri="{FF2B5EF4-FFF2-40B4-BE49-F238E27FC236}">
                <a16:creationId xmlns:a16="http://schemas.microsoft.com/office/drawing/2014/main" id="{997E5999-9266-4BEB-BBDB-862390C0CB0E}"/>
              </a:ext>
            </a:extLst>
          </p:cNvPr>
          <p:cNvSpPr>
            <a:spLocks xmlns:a="http://schemas.openxmlformats.org/drawingml/2006/main" noGrp="1"/>
          </p:cNvSpPr>
          <p:nvPr/>
        </p:nvSpPr>
        <p:spPr>
          <a:xfrm xmlns:a="http://schemas.openxmlformats.org/drawingml/2006/main">
            <a:off x="2330768" y="606361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solid"/>
          </a:ln>
        </p:spPr>
      </p:sp>
      <p:sp>
        <p:nvSpPr>
          <p:cNvPr id="99" name="Diagram connector">
            <a:extLst xmlns:a="http://schemas.openxmlformats.org/drawingml/2006/main">
              <a:ext uri="{FF2B5EF4-FFF2-40B4-BE49-F238E27FC236}">
                <a16:creationId xmlns:a16="http://schemas.microsoft.com/office/drawing/2014/main" id="{57D769FC-4395-44C4-B68A-3628C4B6CBD0}"/>
              </a:ext>
            </a:extLst>
          </p:cNvPr>
          <p:cNvSpPr>
            <a:spLocks xmlns:a="http://schemas.openxmlformats.org/drawingml/2006/main" noGrp="1"/>
          </p:cNvSpPr>
          <p:nvPr/>
        </p:nvSpPr>
        <p:spPr>
          <a:xfrm xmlns:a="http://schemas.openxmlformats.org/drawingml/2006/main">
            <a:off x="2330768" y="602551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100" name="SSE: completion / stop events">
            <a:extLst xmlns:a="http://schemas.openxmlformats.org/drawingml/2006/main">
              <a:ext uri="{FF2B5EF4-FFF2-40B4-BE49-F238E27FC236}">
                <a16:creationId xmlns:a16="http://schemas.microsoft.com/office/drawing/2014/main" id="{0B2A74CC-5555-4B6F-AA11-C20C2AA3F7FE}"/>
              </a:ext>
            </a:extLst>
          </p:cNvPr>
          <p:cNvSpPr>
            <a:spLocks xmlns:a="http://schemas.openxmlformats.org/drawingml/2006/main" noGrp="1"/>
          </p:cNvSpPr>
          <p:nvPr/>
        </p:nvSpPr>
        <p:spPr>
          <a:xfrm xmlns:a="http://schemas.openxmlformats.org/drawingml/2006/main">
            <a:off x="1433132" y="593026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SSE: completion / stop events</a:t>
            </a:r>
          </a:p>
        </p:txBody>
      </p:sp>
      <p:sp>
        <p:nvSpPr>
          <p:cNvPr id="101" name="rect">
            <a:extLst xmlns:a="http://schemas.openxmlformats.org/drawingml/2006/main">
              <a:ext uri="{FF2B5EF4-FFF2-40B4-BE49-F238E27FC236}">
                <a16:creationId xmlns:a16="http://schemas.microsoft.com/office/drawing/2014/main" id="{C01961A3-C161-49A2-8F68-09DA2D4D5AAC}"/>
              </a:ext>
            </a:extLst>
          </p:cNvPr>
          <p:cNvSpPr>
            <a:spLocks xmlns:a="http://schemas.openxmlformats.org/drawingml/2006/main" noGrp="1"/>
          </p:cNvSpPr>
          <p:nvPr/>
        </p:nvSpPr>
        <p:spPr>
          <a:xfrm xmlns:a="http://schemas.openxmlformats.org/drawingml/2006/main">
            <a:off x="3911918" y="2324100"/>
            <a:ext cx="3011805"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2" name="loop [next specialist while preceding output valid]">
            <a:extLst xmlns:a="http://schemas.openxmlformats.org/drawingml/2006/main">
              <a:ext uri="{FF2B5EF4-FFF2-40B4-BE49-F238E27FC236}">
                <a16:creationId xmlns:a16="http://schemas.microsoft.com/office/drawing/2014/main" id="{6344747E-3398-4434-B945-5F46CD1580F3}"/>
              </a:ext>
            </a:extLst>
          </p:cNvPr>
          <p:cNvSpPr>
            <a:spLocks xmlns:a="http://schemas.openxmlformats.org/drawingml/2006/main" noGrp="1"/>
          </p:cNvSpPr>
          <p:nvPr/>
        </p:nvSpPr>
        <p:spPr>
          <a:xfrm xmlns:a="http://schemas.openxmlformats.org/drawingml/2006/main">
            <a:off x="3940493" y="2324100"/>
            <a:ext cx="623125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loop [next specialist while preceding output valid]</a:t>
            </a:r>
          </a:p>
        </p:txBody>
      </p:sp>
      <p:sp>
        <p:nvSpPr>
          <p:cNvPr id="103" name="rect">
            <a:extLst xmlns:a="http://schemas.openxmlformats.org/drawingml/2006/main">
              <a:ext uri="{FF2B5EF4-FFF2-40B4-BE49-F238E27FC236}">
                <a16:creationId xmlns:a16="http://schemas.microsoft.com/office/drawing/2014/main" id="{4B95D9D8-A8FD-4960-9373-BCC28B492BCF}"/>
              </a:ext>
            </a:extLst>
          </p:cNvPr>
          <p:cNvSpPr>
            <a:spLocks xmlns:a="http://schemas.openxmlformats.org/drawingml/2006/main" noGrp="1"/>
          </p:cNvSpPr>
          <p:nvPr/>
        </p:nvSpPr>
        <p:spPr>
          <a:xfrm xmlns:a="http://schemas.openxmlformats.org/drawingml/2006/main">
            <a:off x="3911918" y="4698492"/>
            <a:ext cx="106299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4" name="alt [no exception]">
            <a:extLst xmlns:a="http://schemas.openxmlformats.org/drawingml/2006/main">
              <a:ext uri="{FF2B5EF4-FFF2-40B4-BE49-F238E27FC236}">
                <a16:creationId xmlns:a16="http://schemas.microsoft.com/office/drawing/2014/main" id="{59C90C6E-FBC4-41F5-94E8-2E39B4ABA747}"/>
              </a:ext>
            </a:extLst>
          </p:cNvPr>
          <p:cNvSpPr>
            <a:spLocks xmlns:a="http://schemas.openxmlformats.org/drawingml/2006/main" noGrp="1"/>
          </p:cNvSpPr>
          <p:nvPr/>
        </p:nvSpPr>
        <p:spPr>
          <a:xfrm xmlns:a="http://schemas.openxmlformats.org/drawingml/2006/main">
            <a:off x="3940493" y="4698492"/>
            <a:ext cx="623125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alt [no exception]</a:t>
            </a:r>
          </a:p>
        </p:txBody>
      </p:sp>
      <p:sp>
        <p:nvSpPr>
          <p:cNvPr id="105" name="[failure / conflicts]">
            <a:extLst xmlns:a="http://schemas.openxmlformats.org/drawingml/2006/main">
              <a:ext uri="{FF2B5EF4-FFF2-40B4-BE49-F238E27FC236}">
                <a16:creationId xmlns:a16="http://schemas.microsoft.com/office/drawing/2014/main" id="{7A801988-2FEF-4A6E-873C-E9D8AFB4ABF1}"/>
              </a:ext>
            </a:extLst>
          </p:cNvPr>
          <p:cNvSpPr>
            <a:spLocks xmlns:a="http://schemas.openxmlformats.org/drawingml/2006/main" noGrp="1"/>
          </p:cNvSpPr>
          <p:nvPr/>
        </p:nvSpPr>
        <p:spPr>
          <a:xfrm xmlns:a="http://schemas.openxmlformats.org/drawingml/2006/main">
            <a:off x="3930968" y="5682615"/>
            <a:ext cx="625030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63" b="0">
                <a:solidFill>
                  <a:srgbClr val="132C43"/>
                </a:solidFill>
                <a:latin typeface="Times New Roman"/>
                <a:ea typeface="Times New Roman"/>
                <a:cs typeface="Times New Roman"/>
              </a:defRPr>
            </a:defPPr>
          </a:lstStyle>
          <a:p xmlns:a="http://schemas.openxmlformats.org/drawingml/2006/main">
            <a:pPr algn="l">
              <a:lnSpc>
                <a:spcPct val="104000"/>
              </a:lnSpc>
              <a:buNone/>
              <a:defRPr sz="863" b="0">
                <a:solidFill>
                  <a:srgbClr val="132C43"/>
                </a:solidFill>
                <a:latin typeface="Times New Roman"/>
                <a:ea typeface="Times New Roman"/>
                <a:cs typeface="Times New Roman"/>
              </a:defRPr>
            </a:pPr>
            <a:r>
              <a:rPr sz="863" b="0">
                <a:solidFill>
                  <a:srgbClr val="132C43"/>
                </a:solidFill>
                <a:latin typeface="Times New Roman"/>
                <a:ea typeface="Times New Roman"/>
                <a:cs typeface="Times New Roman"/>
              </a:rPr>
              <a:t>[failure / conflicts]</a:t>
            </a:r>
          </a:p>
        </p:txBody>
      </p:sp>
      <p:sp>
        <p:nvSpPr>
          <p:cNvPr id="106" name="Offline specialist order is sequential; failures and contradictions ar">
            <a:extLst xmlns:a="http://schemas.openxmlformats.org/drawingml/2006/main">
              <a:ext uri="{FF2B5EF4-FFF2-40B4-BE49-F238E27FC236}">
                <a16:creationId xmlns:a16="http://schemas.microsoft.com/office/drawing/2014/main" id="{541C324E-79CC-4A7E-AED1-53B57C789FBE}"/>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Offline specialist order is sequential; failures and contradictions are visible outcomes.</a:t>
            </a:r>
          </a:p>
        </p:txBody>
      </p:sp>
    </p:spTree>
    <p:extLst>
      <p:ext uri="{BB962C8B-B14F-4D97-AF65-F5344CB8AC3E}">
        <p14:creationId xmlns:p14="http://schemas.microsoft.com/office/powerpoint/2010/main" val="15955443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 name="2.4 SEQUENCE DIAGRAM C">
            <a:extLst xmlns:a="http://schemas.openxmlformats.org/drawingml/2006/main">
              <a:ext uri="{FF2B5EF4-FFF2-40B4-BE49-F238E27FC236}">
                <a16:creationId xmlns:a16="http://schemas.microsoft.com/office/drawing/2014/main" id="{929C1372-0961-4808-882E-2077F6CCA71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2.4 SEQUENCE DIAGRAM C</a:t>
            </a:r>
          </a:p>
        </p:txBody>
      </p:sp>
      <p:sp>
        <p:nvSpPr>
          <p:cNvPr id="2" name="Build execution and final report">
            <a:extLst xmlns:a="http://schemas.openxmlformats.org/drawingml/2006/main">
              <a:ext uri="{FF2B5EF4-FFF2-40B4-BE49-F238E27FC236}">
                <a16:creationId xmlns:a16="http://schemas.microsoft.com/office/drawing/2014/main" id="{D7F6BFD2-2D8A-48E8-8DE5-7AF7790EF5CC}"/>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Build execution and final report</a:t>
            </a:r>
          </a:p>
        </p:txBody>
      </p:sp>
      <p:sp>
        <p:nvSpPr>
          <p:cNvPr id="3" name="PROJECTFORGE AI">
            <a:extLst xmlns:a="http://schemas.openxmlformats.org/drawingml/2006/main">
              <a:ext uri="{FF2B5EF4-FFF2-40B4-BE49-F238E27FC236}">
                <a16:creationId xmlns:a16="http://schemas.microsoft.com/office/drawing/2014/main" id="{2DEEFDF7-3EDB-4A5E-BB4D-AB65E7B67F4F}"/>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3">
            <a:extLst xmlns:a="http://schemas.openxmlformats.org/drawingml/2006/main">
              <a:ext uri="{FF2B5EF4-FFF2-40B4-BE49-F238E27FC236}">
                <a16:creationId xmlns:a16="http://schemas.microsoft.com/office/drawing/2014/main" id="{CE8F2385-C630-4B46-A11D-CBF0A208EB29}"/>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23</a:t>
            </a:r>
          </a:p>
        </p:txBody>
      </p:sp>
      <p:sp>
        <p:nvSpPr>
          <p:cNvPr id="5" name="Frontend">
            <a:extLst xmlns:a="http://schemas.openxmlformats.org/drawingml/2006/main">
              <a:ext uri="{FF2B5EF4-FFF2-40B4-BE49-F238E27FC236}">
                <a16:creationId xmlns:a16="http://schemas.microsoft.com/office/drawing/2014/main" id="{EE172A4C-B2AF-4A35-A1F9-7B56C1861000}"/>
              </a:ext>
            </a:extLst>
          </p:cNvPr>
          <p:cNvSpPr>
            <a:spLocks xmlns:a="http://schemas.openxmlformats.org/drawingml/2006/main" noGrp="1"/>
          </p:cNvSpPr>
          <p:nvPr/>
        </p:nvSpPr>
        <p:spPr>
          <a:xfrm xmlns:a="http://schemas.openxmlformats.org/drawingml/2006/main">
            <a:off x="178784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Frontend</a:t>
            </a:r>
          </a:p>
        </p:txBody>
      </p:sp>
      <p:sp>
        <p:nvSpPr>
          <p:cNvPr id="6" name="Diagram connector">
            <a:extLst xmlns:a="http://schemas.openxmlformats.org/drawingml/2006/main">
              <a:ext uri="{FF2B5EF4-FFF2-40B4-BE49-F238E27FC236}">
                <a16:creationId xmlns:a16="http://schemas.microsoft.com/office/drawing/2014/main" id="{FB6E09D0-1258-473F-AFD2-BFCE8624A085}"/>
              </a:ext>
            </a:extLst>
          </p:cNvPr>
          <p:cNvSpPr>
            <a:spLocks xmlns:a="http://schemas.openxmlformats.org/drawingml/2006/main" noGrp="1"/>
          </p:cNvSpPr>
          <p:nvPr/>
        </p:nvSpPr>
        <p:spPr>
          <a:xfrm xmlns:a="http://schemas.openxmlformats.org/drawingml/2006/main">
            <a:off x="233076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7" name="Projects API">
            <a:extLst xmlns:a="http://schemas.openxmlformats.org/drawingml/2006/main">
              <a:ext uri="{FF2B5EF4-FFF2-40B4-BE49-F238E27FC236}">
                <a16:creationId xmlns:a16="http://schemas.microsoft.com/office/drawing/2014/main" id="{345EF49B-3356-404A-AE93-737BE03C9CED}"/>
              </a:ext>
            </a:extLst>
          </p:cNvPr>
          <p:cNvSpPr>
            <a:spLocks xmlns:a="http://schemas.openxmlformats.org/drawingml/2006/main" noGrp="1"/>
          </p:cNvSpPr>
          <p:nvPr/>
        </p:nvSpPr>
        <p:spPr>
          <a:xfrm xmlns:a="http://schemas.openxmlformats.org/drawingml/2006/main">
            <a:off x="2850071"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Projects API</a:t>
            </a:r>
          </a:p>
        </p:txBody>
      </p:sp>
      <p:sp>
        <p:nvSpPr>
          <p:cNvPr id="8" name="Diagram connector">
            <a:extLst xmlns:a="http://schemas.openxmlformats.org/drawingml/2006/main">
              <a:ext uri="{FF2B5EF4-FFF2-40B4-BE49-F238E27FC236}">
                <a16:creationId xmlns:a16="http://schemas.microsoft.com/office/drawing/2014/main" id="{799E9836-03F6-4FC7-A4A6-E3A560939F6F}"/>
              </a:ext>
            </a:extLst>
          </p:cNvPr>
          <p:cNvSpPr>
            <a:spLocks xmlns:a="http://schemas.openxmlformats.org/drawingml/2006/main" noGrp="1"/>
          </p:cNvSpPr>
          <p:nvPr/>
        </p:nvSpPr>
        <p:spPr>
          <a:xfrm xmlns:a="http://schemas.openxmlformats.org/drawingml/2006/main">
            <a:off x="339299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9" name="Orchestrator">
            <a:extLst xmlns:a="http://schemas.openxmlformats.org/drawingml/2006/main">
              <a:ext uri="{FF2B5EF4-FFF2-40B4-BE49-F238E27FC236}">
                <a16:creationId xmlns:a16="http://schemas.microsoft.com/office/drawing/2014/main" id="{BD6BDFB2-6A07-4E3E-AA81-D35693BA9127}"/>
              </a:ext>
            </a:extLst>
          </p:cNvPr>
          <p:cNvSpPr>
            <a:spLocks xmlns:a="http://schemas.openxmlformats.org/drawingml/2006/main" noGrp="1"/>
          </p:cNvSpPr>
          <p:nvPr/>
        </p:nvSpPr>
        <p:spPr>
          <a:xfrm xmlns:a="http://schemas.openxmlformats.org/drawingml/2006/main">
            <a:off x="391229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Orchestrator</a:t>
            </a:r>
          </a:p>
        </p:txBody>
      </p:sp>
      <p:sp>
        <p:nvSpPr>
          <p:cNvPr id="10" name="Diagram connector">
            <a:extLst xmlns:a="http://schemas.openxmlformats.org/drawingml/2006/main">
              <a:ext uri="{FF2B5EF4-FFF2-40B4-BE49-F238E27FC236}">
                <a16:creationId xmlns:a16="http://schemas.microsoft.com/office/drawing/2014/main" id="{A8A08957-3346-486A-A9F6-0ECC96B049FE}"/>
              </a:ext>
            </a:extLst>
          </p:cNvPr>
          <p:cNvSpPr>
            <a:spLocks xmlns:a="http://schemas.openxmlformats.org/drawingml/2006/main" noGrp="1"/>
          </p:cNvSpPr>
          <p:nvPr/>
        </p:nvSpPr>
        <p:spPr>
          <a:xfrm xmlns:a="http://schemas.openxmlformats.org/drawingml/2006/main">
            <a:off x="445522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1" name="Code / repo">
            <a:extLst xmlns:a="http://schemas.openxmlformats.org/drawingml/2006/main">
              <a:ext uri="{FF2B5EF4-FFF2-40B4-BE49-F238E27FC236}">
                <a16:creationId xmlns:a16="http://schemas.microsoft.com/office/drawing/2014/main" id="{39639C03-1956-46DB-AB8A-DD315DFC107F}"/>
              </a:ext>
            </a:extLst>
          </p:cNvPr>
          <p:cNvSpPr>
            <a:spLocks xmlns:a="http://schemas.openxmlformats.org/drawingml/2006/main" noGrp="1"/>
          </p:cNvSpPr>
          <p:nvPr/>
        </p:nvSpPr>
        <p:spPr>
          <a:xfrm xmlns:a="http://schemas.openxmlformats.org/drawingml/2006/main">
            <a:off x="4974527"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Code / repo</a:t>
            </a:r>
          </a:p>
        </p:txBody>
      </p:sp>
      <p:sp>
        <p:nvSpPr>
          <p:cNvPr id="12" name="Diagram connector">
            <a:extLst xmlns:a="http://schemas.openxmlformats.org/drawingml/2006/main">
              <a:ext uri="{FF2B5EF4-FFF2-40B4-BE49-F238E27FC236}">
                <a16:creationId xmlns:a16="http://schemas.microsoft.com/office/drawing/2014/main" id="{7EA3F1F6-5880-4DDF-9A9F-16E7EEFD9DF2}"/>
              </a:ext>
            </a:extLst>
          </p:cNvPr>
          <p:cNvSpPr>
            <a:spLocks xmlns:a="http://schemas.openxmlformats.org/drawingml/2006/main" noGrp="1"/>
          </p:cNvSpPr>
          <p:nvPr/>
        </p:nvSpPr>
        <p:spPr>
          <a:xfrm xmlns:a="http://schemas.openxmlformats.org/drawingml/2006/main">
            <a:off x="5517452"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3" name="TestRunner">
            <a:extLst xmlns:a="http://schemas.openxmlformats.org/drawingml/2006/main">
              <a:ext uri="{FF2B5EF4-FFF2-40B4-BE49-F238E27FC236}">
                <a16:creationId xmlns:a16="http://schemas.microsoft.com/office/drawing/2014/main" id="{CF36F90D-9B3A-4961-B080-431555CD454E}"/>
              </a:ext>
            </a:extLst>
          </p:cNvPr>
          <p:cNvSpPr>
            <a:spLocks xmlns:a="http://schemas.openxmlformats.org/drawingml/2006/main" noGrp="1"/>
          </p:cNvSpPr>
          <p:nvPr/>
        </p:nvSpPr>
        <p:spPr>
          <a:xfrm xmlns:a="http://schemas.openxmlformats.org/drawingml/2006/main">
            <a:off x="6036755"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TestRunner</a:t>
            </a:r>
          </a:p>
        </p:txBody>
      </p:sp>
      <p:sp>
        <p:nvSpPr>
          <p:cNvPr id="14" name="Diagram connector">
            <a:extLst xmlns:a="http://schemas.openxmlformats.org/drawingml/2006/main">
              <a:ext uri="{FF2B5EF4-FFF2-40B4-BE49-F238E27FC236}">
                <a16:creationId xmlns:a16="http://schemas.microsoft.com/office/drawing/2014/main" id="{010E102D-EB8D-4EE8-AE69-B0254B4A2690}"/>
              </a:ext>
            </a:extLst>
          </p:cNvPr>
          <p:cNvSpPr>
            <a:spLocks xmlns:a="http://schemas.openxmlformats.org/drawingml/2006/main" noGrp="1"/>
          </p:cNvSpPr>
          <p:nvPr/>
        </p:nvSpPr>
        <p:spPr>
          <a:xfrm xmlns:a="http://schemas.openxmlformats.org/drawingml/2006/main">
            <a:off x="6579680"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5" name="Safe executor">
            <a:extLst xmlns:a="http://schemas.openxmlformats.org/drawingml/2006/main">
              <a:ext uri="{FF2B5EF4-FFF2-40B4-BE49-F238E27FC236}">
                <a16:creationId xmlns:a16="http://schemas.microsoft.com/office/drawing/2014/main" id="{5AA58BE5-2C40-4749-A86A-B8357AE06850}"/>
              </a:ext>
            </a:extLst>
          </p:cNvPr>
          <p:cNvSpPr>
            <a:spLocks xmlns:a="http://schemas.openxmlformats.org/drawingml/2006/main" noGrp="1"/>
          </p:cNvSpPr>
          <p:nvPr/>
        </p:nvSpPr>
        <p:spPr>
          <a:xfrm xmlns:a="http://schemas.openxmlformats.org/drawingml/2006/main">
            <a:off x="709898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Safe executor</a:t>
            </a:r>
          </a:p>
        </p:txBody>
      </p:sp>
      <p:sp>
        <p:nvSpPr>
          <p:cNvPr id="16" name="Diagram connector">
            <a:extLst xmlns:a="http://schemas.openxmlformats.org/drawingml/2006/main">
              <a:ext uri="{FF2B5EF4-FFF2-40B4-BE49-F238E27FC236}">
                <a16:creationId xmlns:a16="http://schemas.microsoft.com/office/drawing/2014/main" id="{DEDC5828-05E4-4435-B2E7-4C852E8E0719}"/>
              </a:ext>
            </a:extLst>
          </p:cNvPr>
          <p:cNvSpPr>
            <a:spLocks xmlns:a="http://schemas.openxmlformats.org/drawingml/2006/main" noGrp="1"/>
          </p:cNvSpPr>
          <p:nvPr/>
        </p:nvSpPr>
        <p:spPr>
          <a:xfrm xmlns:a="http://schemas.openxmlformats.org/drawingml/2006/main">
            <a:off x="764190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7" name="Docker">
            <a:extLst xmlns:a="http://schemas.openxmlformats.org/drawingml/2006/main">
              <a:ext uri="{FF2B5EF4-FFF2-40B4-BE49-F238E27FC236}">
                <a16:creationId xmlns:a16="http://schemas.microsoft.com/office/drawing/2014/main" id="{22651AF0-6169-4AB8-8397-1822ABE83FAC}"/>
              </a:ext>
            </a:extLst>
          </p:cNvPr>
          <p:cNvSpPr>
            <a:spLocks xmlns:a="http://schemas.openxmlformats.org/drawingml/2006/main" noGrp="1"/>
          </p:cNvSpPr>
          <p:nvPr/>
        </p:nvSpPr>
        <p:spPr>
          <a:xfrm xmlns:a="http://schemas.openxmlformats.org/drawingml/2006/main">
            <a:off x="816121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Docker</a:t>
            </a:r>
          </a:p>
        </p:txBody>
      </p:sp>
      <p:sp>
        <p:nvSpPr>
          <p:cNvPr id="18" name="Diagram connector">
            <a:extLst xmlns:a="http://schemas.openxmlformats.org/drawingml/2006/main">
              <a:ext uri="{FF2B5EF4-FFF2-40B4-BE49-F238E27FC236}">
                <a16:creationId xmlns:a16="http://schemas.microsoft.com/office/drawing/2014/main" id="{AB6F97A9-3AF3-4C23-BC59-44094F5B6437}"/>
              </a:ext>
            </a:extLst>
          </p:cNvPr>
          <p:cNvSpPr>
            <a:spLocks xmlns:a="http://schemas.openxmlformats.org/drawingml/2006/main" noGrp="1"/>
          </p:cNvSpPr>
          <p:nvPr/>
        </p:nvSpPr>
        <p:spPr>
          <a:xfrm xmlns:a="http://schemas.openxmlformats.org/drawingml/2006/main">
            <a:off x="870413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9" name="Persistence">
            <a:extLst xmlns:a="http://schemas.openxmlformats.org/drawingml/2006/main">
              <a:ext uri="{FF2B5EF4-FFF2-40B4-BE49-F238E27FC236}">
                <a16:creationId xmlns:a16="http://schemas.microsoft.com/office/drawing/2014/main" id="{60C92400-007B-4A80-ABB0-1AC61D306888}"/>
              </a:ext>
            </a:extLst>
          </p:cNvPr>
          <p:cNvSpPr>
            <a:spLocks xmlns:a="http://schemas.openxmlformats.org/drawingml/2006/main" noGrp="1"/>
          </p:cNvSpPr>
          <p:nvPr/>
        </p:nvSpPr>
        <p:spPr>
          <a:xfrm xmlns:a="http://schemas.openxmlformats.org/drawingml/2006/main">
            <a:off x="922343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975" b="1">
                <a:solidFill>
                  <a:srgbClr val="132C43"/>
                </a:solidFill>
                <a:latin typeface="Arial"/>
                <a:ea typeface="Arial"/>
                <a:cs typeface="Arial"/>
              </a:defRPr>
            </a:defPPr>
          </a:lstStyle>
          <a:p xmlns:a="http://schemas.openxmlformats.org/drawingml/2006/main">
            <a:pPr algn="ctr">
              <a:lnSpc>
                <a:spcPct val="102000"/>
              </a:lnSpc>
              <a:buNone/>
              <a:defRPr sz="975" b="1">
                <a:solidFill>
                  <a:srgbClr val="132C43"/>
                </a:solidFill>
                <a:latin typeface="Arial"/>
                <a:ea typeface="Arial"/>
                <a:cs typeface="Arial"/>
              </a:defRPr>
            </a:pPr>
            <a:r>
              <a:rPr sz="975" b="1">
                <a:solidFill>
                  <a:srgbClr val="132C43"/>
                </a:solidFill>
                <a:latin typeface="Arial"/>
                <a:ea typeface="Arial"/>
                <a:cs typeface="Arial"/>
              </a:rPr>
              <a:t>Persistence</a:t>
            </a:r>
          </a:p>
        </p:txBody>
      </p:sp>
      <p:sp>
        <p:nvSpPr>
          <p:cNvPr id="20" name="Diagram connector">
            <a:extLst xmlns:a="http://schemas.openxmlformats.org/drawingml/2006/main">
              <a:ext uri="{FF2B5EF4-FFF2-40B4-BE49-F238E27FC236}">
                <a16:creationId xmlns:a16="http://schemas.microsoft.com/office/drawing/2014/main" id="{BF6A4FD5-B695-498A-B001-8A9F82541EF9}"/>
              </a:ext>
            </a:extLst>
          </p:cNvPr>
          <p:cNvSpPr>
            <a:spLocks xmlns:a="http://schemas.openxmlformats.org/drawingml/2006/main" noGrp="1"/>
          </p:cNvSpPr>
          <p:nvPr/>
        </p:nvSpPr>
        <p:spPr>
          <a:xfrm xmlns:a="http://schemas.openxmlformats.org/drawingml/2006/main">
            <a:off x="976636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21" name="rect">
            <a:extLst xmlns:a="http://schemas.openxmlformats.org/drawingml/2006/main">
              <a:ext uri="{FF2B5EF4-FFF2-40B4-BE49-F238E27FC236}">
                <a16:creationId xmlns:a16="http://schemas.microsoft.com/office/drawing/2014/main" id="{47E816D0-FE5C-4130-AAA8-737E470A539C}"/>
              </a:ext>
            </a:extLst>
          </p:cNvPr>
          <p:cNvSpPr>
            <a:spLocks xmlns:a="http://schemas.openxmlformats.org/drawingml/2006/main" noGrp="1"/>
          </p:cNvSpPr>
          <p:nvPr/>
        </p:nvSpPr>
        <p:spPr>
          <a:xfrm xmlns:a="http://schemas.openxmlformats.org/drawingml/2006/main">
            <a:off x="3892868" y="2611374"/>
            <a:ext cx="2538413" cy="796671"/>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2" name="rect">
            <a:extLst xmlns:a="http://schemas.openxmlformats.org/drawingml/2006/main">
              <a:ext uri="{FF2B5EF4-FFF2-40B4-BE49-F238E27FC236}">
                <a16:creationId xmlns:a16="http://schemas.microsoft.com/office/drawing/2014/main" id="{9353D3E9-8DF9-4645-B571-24A336C30760}"/>
              </a:ext>
            </a:extLst>
          </p:cNvPr>
          <p:cNvSpPr>
            <a:spLocks xmlns:a="http://schemas.openxmlformats.org/drawingml/2006/main" noGrp="1"/>
          </p:cNvSpPr>
          <p:nvPr/>
        </p:nvSpPr>
        <p:spPr>
          <a:xfrm xmlns:a="http://schemas.openxmlformats.org/drawingml/2006/main">
            <a:off x="3892868" y="3423666"/>
            <a:ext cx="5311140" cy="1757363"/>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3" name="rect">
            <a:extLst xmlns:a="http://schemas.openxmlformats.org/drawingml/2006/main">
              <a:ext uri="{FF2B5EF4-FFF2-40B4-BE49-F238E27FC236}">
                <a16:creationId xmlns:a16="http://schemas.microsoft.com/office/drawing/2014/main" id="{92704532-55C4-4960-9C69-E7827D2B3907}"/>
              </a:ext>
            </a:extLst>
          </p:cNvPr>
          <p:cNvSpPr>
            <a:spLocks xmlns:a="http://schemas.openxmlformats.org/drawingml/2006/main" noGrp="1"/>
          </p:cNvSpPr>
          <p:nvPr/>
        </p:nvSpPr>
        <p:spPr>
          <a:xfrm xmlns:a="http://schemas.openxmlformats.org/drawingml/2006/main">
            <a:off x="4010025" y="4064127"/>
            <a:ext cx="5193983" cy="1116902"/>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4" name="rect">
            <a:extLst xmlns:a="http://schemas.openxmlformats.org/drawingml/2006/main">
              <a:ext uri="{FF2B5EF4-FFF2-40B4-BE49-F238E27FC236}">
                <a16:creationId xmlns:a16="http://schemas.microsoft.com/office/drawing/2014/main" id="{4D9EA914-7446-4B24-A23D-A7AF365D9C25}"/>
              </a:ext>
            </a:extLst>
          </p:cNvPr>
          <p:cNvSpPr>
            <a:spLocks xmlns:a="http://schemas.openxmlformats.org/drawingml/2006/main" noGrp="1"/>
          </p:cNvSpPr>
          <p:nvPr/>
        </p:nvSpPr>
        <p:spPr>
          <a:xfrm xmlns:a="http://schemas.openxmlformats.org/drawingml/2006/main">
            <a:off x="1862138" y="5235702"/>
            <a:ext cx="3202305" cy="577977"/>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5" name="Diagram connector">
            <a:extLst xmlns:a="http://schemas.openxmlformats.org/drawingml/2006/main">
              <a:ext uri="{FF2B5EF4-FFF2-40B4-BE49-F238E27FC236}">
                <a16:creationId xmlns:a16="http://schemas.microsoft.com/office/drawing/2014/main" id="{40848DA1-E883-4AAE-BCEC-73CDD088E8D3}"/>
              </a:ext>
            </a:extLst>
          </p:cNvPr>
          <p:cNvSpPr>
            <a:spLocks xmlns:a="http://schemas.openxmlformats.org/drawingml/2006/main" noGrp="1"/>
          </p:cNvSpPr>
          <p:nvPr/>
        </p:nvSpPr>
        <p:spPr>
          <a:xfrm xmlns:a="http://schemas.openxmlformats.org/drawingml/2006/main">
            <a:off x="1862138" y="5501259"/>
            <a:ext cx="3202305" cy="9525"/>
          </a:xfrm>
          <a:custGeom xmlns:a="http://schemas.openxmlformats.org/drawingml/2006/main">
            <a:pathLst>
              <a:path w="3202305" h="9525">
                <a:moveTo>
                  <a:pt x="0" y="0"/>
                </a:moveTo>
                <a:lnTo>
                  <a:pt x="3202305" y="0"/>
                </a:lnTo>
              </a:path>
            </a:pathLst>
          </a:custGeom>
          <a:noFill xmlns:a="http://schemas.openxmlformats.org/drawingml/2006/main"/>
          <a:ln xmlns:a="http://schemas.openxmlformats.org/drawingml/2006/main" w="12383">
            <a:solidFill>
              <a:srgbClr val="132C43"/>
            </a:solidFill>
            <a:prstDash val="dash"/>
          </a:ln>
        </p:spPr>
      </p:sp>
      <p:sp>
        <p:nvSpPr>
          <p:cNvPr id="26" name="rect">
            <a:extLst xmlns:a="http://schemas.openxmlformats.org/drawingml/2006/main">
              <a:ext uri="{FF2B5EF4-FFF2-40B4-BE49-F238E27FC236}">
                <a16:creationId xmlns:a16="http://schemas.microsoft.com/office/drawing/2014/main" id="{4C440840-A9A1-4238-B28C-53EF31B82D61}"/>
              </a:ext>
            </a:extLst>
          </p:cNvPr>
          <p:cNvSpPr>
            <a:spLocks xmlns:a="http://schemas.openxmlformats.org/drawingml/2006/main" noGrp="1"/>
          </p:cNvSpPr>
          <p:nvPr/>
        </p:nvSpPr>
        <p:spPr>
          <a:xfrm xmlns:a="http://schemas.openxmlformats.org/drawingml/2006/main">
            <a:off x="3364421" y="1736598"/>
            <a:ext cx="57150" cy="437388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7" name="rect">
            <a:extLst xmlns:a="http://schemas.openxmlformats.org/drawingml/2006/main">
              <a:ext uri="{FF2B5EF4-FFF2-40B4-BE49-F238E27FC236}">
                <a16:creationId xmlns:a16="http://schemas.microsoft.com/office/drawing/2014/main" id="{00AFC6AD-E87F-4E55-AFD5-487914ABEABC}"/>
              </a:ext>
            </a:extLst>
          </p:cNvPr>
          <p:cNvSpPr>
            <a:spLocks xmlns:a="http://schemas.openxmlformats.org/drawingml/2006/main" noGrp="1"/>
          </p:cNvSpPr>
          <p:nvPr/>
        </p:nvSpPr>
        <p:spPr>
          <a:xfrm xmlns:a="http://schemas.openxmlformats.org/drawingml/2006/main">
            <a:off x="4426649" y="2283333"/>
            <a:ext cx="57150" cy="359283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8" name="rect">
            <a:extLst xmlns:a="http://schemas.openxmlformats.org/drawingml/2006/main">
              <a:ext uri="{FF2B5EF4-FFF2-40B4-BE49-F238E27FC236}">
                <a16:creationId xmlns:a16="http://schemas.microsoft.com/office/drawing/2014/main" id="{9E9D36A7-2495-4F0D-A1BE-4E9263207BCD}"/>
              </a:ext>
            </a:extLst>
          </p:cNvPr>
          <p:cNvSpPr>
            <a:spLocks xmlns:a="http://schemas.openxmlformats.org/drawingml/2006/main" noGrp="1"/>
          </p:cNvSpPr>
          <p:nvPr/>
        </p:nvSpPr>
        <p:spPr>
          <a:xfrm xmlns:a="http://schemas.openxmlformats.org/drawingml/2006/main">
            <a:off x="5488877" y="2548890"/>
            <a:ext cx="57150" cy="5467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9" name="rect">
            <a:extLst xmlns:a="http://schemas.openxmlformats.org/drawingml/2006/main">
              <a:ext uri="{FF2B5EF4-FFF2-40B4-BE49-F238E27FC236}">
                <a16:creationId xmlns:a16="http://schemas.microsoft.com/office/drawing/2014/main" id="{0B188896-C063-407F-9DC9-6FC5F2607554}"/>
              </a:ext>
            </a:extLst>
          </p:cNvPr>
          <p:cNvSpPr>
            <a:spLocks xmlns:a="http://schemas.openxmlformats.org/drawingml/2006/main" noGrp="1"/>
          </p:cNvSpPr>
          <p:nvPr/>
        </p:nvSpPr>
        <p:spPr>
          <a:xfrm xmlns:a="http://schemas.openxmlformats.org/drawingml/2006/main">
            <a:off x="5488877" y="2923794"/>
            <a:ext cx="57150" cy="46863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0" name="rect">
            <a:extLst xmlns:a="http://schemas.openxmlformats.org/drawingml/2006/main">
              <a:ext uri="{FF2B5EF4-FFF2-40B4-BE49-F238E27FC236}">
                <a16:creationId xmlns:a16="http://schemas.microsoft.com/office/drawing/2014/main" id="{E7E8C31C-5E87-490E-BF72-CB0A15312A8D}"/>
              </a:ext>
            </a:extLst>
          </p:cNvPr>
          <p:cNvSpPr>
            <a:spLocks xmlns:a="http://schemas.openxmlformats.org/drawingml/2006/main" noGrp="1"/>
          </p:cNvSpPr>
          <p:nvPr/>
        </p:nvSpPr>
        <p:spPr>
          <a:xfrm xmlns:a="http://schemas.openxmlformats.org/drawingml/2006/main">
            <a:off x="7613333" y="3876675"/>
            <a:ext cx="57150" cy="15621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1" name="rect">
            <a:extLst xmlns:a="http://schemas.openxmlformats.org/drawingml/2006/main">
              <a:ext uri="{FF2B5EF4-FFF2-40B4-BE49-F238E27FC236}">
                <a16:creationId xmlns:a16="http://schemas.microsoft.com/office/drawing/2014/main" id="{2C753976-247D-43FC-904D-BED41F71A380}"/>
              </a:ext>
            </a:extLst>
          </p:cNvPr>
          <p:cNvSpPr>
            <a:spLocks xmlns:a="http://schemas.openxmlformats.org/drawingml/2006/main" noGrp="1"/>
          </p:cNvSpPr>
          <p:nvPr/>
        </p:nvSpPr>
        <p:spPr>
          <a:xfrm xmlns:a="http://schemas.openxmlformats.org/drawingml/2006/main">
            <a:off x="6551105" y="4345305"/>
            <a:ext cx="57150" cy="82791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2" name="rect">
            <a:extLst xmlns:a="http://schemas.openxmlformats.org/drawingml/2006/main">
              <a:ext uri="{FF2B5EF4-FFF2-40B4-BE49-F238E27FC236}">
                <a16:creationId xmlns:a16="http://schemas.microsoft.com/office/drawing/2014/main" id="{781525F7-09E5-4C4F-962E-BB12D6A6A32A}"/>
              </a:ext>
            </a:extLst>
          </p:cNvPr>
          <p:cNvSpPr>
            <a:spLocks xmlns:a="http://schemas.openxmlformats.org/drawingml/2006/main" noGrp="1"/>
          </p:cNvSpPr>
          <p:nvPr/>
        </p:nvSpPr>
        <p:spPr>
          <a:xfrm xmlns:a="http://schemas.openxmlformats.org/drawingml/2006/main">
            <a:off x="7613333" y="4501515"/>
            <a:ext cx="57150" cy="51549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3" name="rect">
            <a:extLst xmlns:a="http://schemas.openxmlformats.org/drawingml/2006/main">
              <a:ext uri="{FF2B5EF4-FFF2-40B4-BE49-F238E27FC236}">
                <a16:creationId xmlns:a16="http://schemas.microsoft.com/office/drawing/2014/main" id="{686AC79A-5EE6-4844-AF03-D2567EE18F0A}"/>
              </a:ext>
            </a:extLst>
          </p:cNvPr>
          <p:cNvSpPr>
            <a:spLocks xmlns:a="http://schemas.openxmlformats.org/drawingml/2006/main" noGrp="1"/>
          </p:cNvSpPr>
          <p:nvPr/>
        </p:nvSpPr>
        <p:spPr>
          <a:xfrm xmlns:a="http://schemas.openxmlformats.org/drawingml/2006/main">
            <a:off x="8675561" y="4657725"/>
            <a:ext cx="57150" cy="20307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4" name="rect">
            <a:extLst xmlns:a="http://schemas.openxmlformats.org/drawingml/2006/main">
              <a:ext uri="{FF2B5EF4-FFF2-40B4-BE49-F238E27FC236}">
                <a16:creationId xmlns:a16="http://schemas.microsoft.com/office/drawing/2014/main" id="{CB6C0508-F658-450F-9146-FE121E092DE9}"/>
              </a:ext>
            </a:extLst>
          </p:cNvPr>
          <p:cNvSpPr>
            <a:spLocks xmlns:a="http://schemas.openxmlformats.org/drawingml/2006/main" noGrp="1"/>
          </p:cNvSpPr>
          <p:nvPr/>
        </p:nvSpPr>
        <p:spPr>
          <a:xfrm xmlns:a="http://schemas.openxmlformats.org/drawingml/2006/main">
            <a:off x="9737789" y="2111502"/>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5" name="rect">
            <a:extLst xmlns:a="http://schemas.openxmlformats.org/drawingml/2006/main">
              <a:ext uri="{FF2B5EF4-FFF2-40B4-BE49-F238E27FC236}">
                <a16:creationId xmlns:a16="http://schemas.microsoft.com/office/drawing/2014/main" id="{84417294-F6DC-42D7-BA1E-8F11F2F3E08A}"/>
              </a:ext>
            </a:extLst>
          </p:cNvPr>
          <p:cNvSpPr>
            <a:spLocks xmlns:a="http://schemas.openxmlformats.org/drawingml/2006/main" noGrp="1"/>
          </p:cNvSpPr>
          <p:nvPr/>
        </p:nvSpPr>
        <p:spPr>
          <a:xfrm xmlns:a="http://schemas.openxmlformats.org/drawingml/2006/main">
            <a:off x="9737789" y="5907405"/>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6" name="Diagram connector">
            <a:extLst xmlns:a="http://schemas.openxmlformats.org/drawingml/2006/main">
              <a:ext uri="{FF2B5EF4-FFF2-40B4-BE49-F238E27FC236}">
                <a16:creationId xmlns:a16="http://schemas.microsoft.com/office/drawing/2014/main" id="{F6F0A221-83BC-4E6F-AE35-C61CB056CB70}"/>
              </a:ext>
            </a:extLst>
          </p:cNvPr>
          <p:cNvSpPr>
            <a:spLocks xmlns:a="http://schemas.openxmlformats.org/drawingml/2006/main" noGrp="1"/>
          </p:cNvSpPr>
          <p:nvPr/>
        </p:nvSpPr>
        <p:spPr>
          <a:xfrm xmlns:a="http://schemas.openxmlformats.org/drawingml/2006/main">
            <a:off x="2330768" y="1736598"/>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37" name="Diagram connector">
            <a:extLst xmlns:a="http://schemas.openxmlformats.org/drawingml/2006/main">
              <a:ext uri="{FF2B5EF4-FFF2-40B4-BE49-F238E27FC236}">
                <a16:creationId xmlns:a16="http://schemas.microsoft.com/office/drawing/2014/main" id="{B5E34B17-A83F-450A-94D6-2FD291CF87CD}"/>
              </a:ext>
            </a:extLst>
          </p:cNvPr>
          <p:cNvSpPr>
            <a:spLocks xmlns:a="http://schemas.openxmlformats.org/drawingml/2006/main" noGrp="1"/>
          </p:cNvSpPr>
          <p:nvPr/>
        </p:nvSpPr>
        <p:spPr>
          <a:xfrm xmlns:a="http://schemas.openxmlformats.org/drawingml/2006/main">
            <a:off x="3297746" y="169849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8" name="POST /{id}/build">
            <a:extLst xmlns:a="http://schemas.openxmlformats.org/drawingml/2006/main">
              <a:ext uri="{FF2B5EF4-FFF2-40B4-BE49-F238E27FC236}">
                <a16:creationId xmlns:a16="http://schemas.microsoft.com/office/drawing/2014/main" id="{BEBEC279-7BE4-48D7-9064-E22391D9514F}"/>
              </a:ext>
            </a:extLst>
          </p:cNvPr>
          <p:cNvSpPr>
            <a:spLocks xmlns:a="http://schemas.openxmlformats.org/drawingml/2006/main" noGrp="1"/>
          </p:cNvSpPr>
          <p:nvPr/>
        </p:nvSpPr>
        <p:spPr>
          <a:xfrm xmlns:a="http://schemas.openxmlformats.org/drawingml/2006/main">
            <a:off x="1433132" y="1603248"/>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POST /{id}/build</a:t>
            </a:r>
          </a:p>
        </p:txBody>
      </p:sp>
      <p:sp>
        <p:nvSpPr>
          <p:cNvPr id="39" name="Diagram connector">
            <a:extLst xmlns:a="http://schemas.openxmlformats.org/drawingml/2006/main">
              <a:ext uri="{FF2B5EF4-FFF2-40B4-BE49-F238E27FC236}">
                <a16:creationId xmlns:a16="http://schemas.microsoft.com/office/drawing/2014/main" id="{B34FA4ED-3751-46D1-BBFE-D1B557456A5A}"/>
              </a:ext>
            </a:extLst>
          </p:cNvPr>
          <p:cNvSpPr>
            <a:spLocks xmlns:a="http://schemas.openxmlformats.org/drawingml/2006/main" noGrp="1"/>
          </p:cNvSpPr>
          <p:nvPr/>
        </p:nvSpPr>
        <p:spPr>
          <a:xfrm xmlns:a="http://schemas.openxmlformats.org/drawingml/2006/main">
            <a:off x="3392996" y="1908429"/>
            <a:ext cx="312420" cy="101536"/>
          </a:xfrm>
          <a:custGeom xmlns:a="http://schemas.openxmlformats.org/drawingml/2006/main">
            <a:pathLst>
              <a:path w="312420" h="101536">
                <a:moveTo>
                  <a:pt x="0" y="0"/>
                </a:moveTo>
                <a:lnTo>
                  <a:pt x="312420" y="0"/>
                </a:lnTo>
                <a:lnTo>
                  <a:pt x="312420" y="101536"/>
                </a:lnTo>
                <a:lnTo>
                  <a:pt x="0" y="101536"/>
                </a:lnTo>
              </a:path>
            </a:pathLst>
          </a:custGeom>
          <a:noFill xmlns:a="http://schemas.openxmlformats.org/drawingml/2006/main"/>
          <a:ln xmlns:a="http://schemas.openxmlformats.org/drawingml/2006/main" w="12383">
            <a:solidFill>
              <a:srgbClr val="132C43"/>
            </a:solidFill>
            <a:prstDash val="solid"/>
          </a:ln>
        </p:spPr>
      </p:sp>
      <p:sp>
        <p:nvSpPr>
          <p:cNvPr id="40" name="Diagram connector">
            <a:extLst xmlns:a="http://schemas.openxmlformats.org/drawingml/2006/main">
              <a:ext uri="{FF2B5EF4-FFF2-40B4-BE49-F238E27FC236}">
                <a16:creationId xmlns:a16="http://schemas.microsoft.com/office/drawing/2014/main" id="{1923A36C-9141-4E95-B41D-33DCE9B9C9A7}"/>
              </a:ext>
            </a:extLst>
          </p:cNvPr>
          <p:cNvSpPr>
            <a:spLocks xmlns:a="http://schemas.openxmlformats.org/drawingml/2006/main" noGrp="1"/>
          </p:cNvSpPr>
          <p:nvPr/>
        </p:nvSpPr>
        <p:spPr>
          <a:xfrm xmlns:a="http://schemas.openxmlformats.org/drawingml/2006/main">
            <a:off x="3392996" y="1971865"/>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1" name="Check spec and approval">
            <a:extLst xmlns:a="http://schemas.openxmlformats.org/drawingml/2006/main">
              <a:ext uri="{FF2B5EF4-FFF2-40B4-BE49-F238E27FC236}">
                <a16:creationId xmlns:a16="http://schemas.microsoft.com/office/drawing/2014/main" id="{1AD2F379-2622-4A25-9882-C2B5B94B81B2}"/>
              </a:ext>
            </a:extLst>
          </p:cNvPr>
          <p:cNvSpPr>
            <a:spLocks xmlns:a="http://schemas.openxmlformats.org/drawingml/2006/main" noGrp="1"/>
          </p:cNvSpPr>
          <p:nvPr/>
        </p:nvSpPr>
        <p:spPr>
          <a:xfrm xmlns:a="http://schemas.openxmlformats.org/drawingml/2006/main">
            <a:off x="2707196" y="1775079"/>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Check spec and approval</a:t>
            </a:r>
          </a:p>
        </p:txBody>
      </p:sp>
      <p:sp>
        <p:nvSpPr>
          <p:cNvPr id="42" name="Diagram connector">
            <a:extLst xmlns:a="http://schemas.openxmlformats.org/drawingml/2006/main">
              <a:ext uri="{FF2B5EF4-FFF2-40B4-BE49-F238E27FC236}">
                <a16:creationId xmlns:a16="http://schemas.microsoft.com/office/drawing/2014/main" id="{B98C8FC9-9F7D-40FC-A0D8-263A5074058E}"/>
              </a:ext>
            </a:extLst>
          </p:cNvPr>
          <p:cNvSpPr>
            <a:spLocks xmlns:a="http://schemas.openxmlformats.org/drawingml/2006/main" noGrp="1"/>
          </p:cNvSpPr>
          <p:nvPr/>
        </p:nvSpPr>
        <p:spPr>
          <a:xfrm xmlns:a="http://schemas.openxmlformats.org/drawingml/2006/main">
            <a:off x="3392996" y="2111502"/>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43" name="Diagram connector">
            <a:extLst xmlns:a="http://schemas.openxmlformats.org/drawingml/2006/main">
              <a:ext uri="{FF2B5EF4-FFF2-40B4-BE49-F238E27FC236}">
                <a16:creationId xmlns:a16="http://schemas.microsoft.com/office/drawing/2014/main" id="{F19F44B9-352D-4DE1-80C0-3784CBB83B00}"/>
              </a:ext>
            </a:extLst>
          </p:cNvPr>
          <p:cNvSpPr>
            <a:spLocks xmlns:a="http://schemas.openxmlformats.org/drawingml/2006/main" noGrp="1"/>
          </p:cNvSpPr>
          <p:nvPr/>
        </p:nvSpPr>
        <p:spPr>
          <a:xfrm xmlns:a="http://schemas.openxmlformats.org/drawingml/2006/main">
            <a:off x="9671114" y="207340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4" name="save_project(BUILDING)">
            <a:extLst xmlns:a="http://schemas.openxmlformats.org/drawingml/2006/main">
              <a:ext uri="{FF2B5EF4-FFF2-40B4-BE49-F238E27FC236}">
                <a16:creationId xmlns:a16="http://schemas.microsoft.com/office/drawing/2014/main" id="{0E0DBA8D-DDC5-46FA-9010-AD864D713BA8}"/>
              </a:ext>
            </a:extLst>
          </p:cNvPr>
          <p:cNvSpPr>
            <a:spLocks xmlns:a="http://schemas.openxmlformats.org/drawingml/2006/main" noGrp="1"/>
          </p:cNvSpPr>
          <p:nvPr/>
        </p:nvSpPr>
        <p:spPr>
          <a:xfrm xmlns:a="http://schemas.openxmlformats.org/drawingml/2006/main">
            <a:off x="2964371" y="1978152"/>
            <a:ext cx="7230618"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save_project(BUILDING)</a:t>
            </a:r>
          </a:p>
        </p:txBody>
      </p:sp>
      <p:sp>
        <p:nvSpPr>
          <p:cNvPr id="45" name="Diagram connector">
            <a:extLst xmlns:a="http://schemas.openxmlformats.org/drawingml/2006/main">
              <a:ext uri="{FF2B5EF4-FFF2-40B4-BE49-F238E27FC236}">
                <a16:creationId xmlns:a16="http://schemas.microsoft.com/office/drawing/2014/main" id="{3E299136-D32E-44E6-9540-BA20F9FE41E5}"/>
              </a:ext>
            </a:extLst>
          </p:cNvPr>
          <p:cNvSpPr>
            <a:spLocks xmlns:a="http://schemas.openxmlformats.org/drawingml/2006/main" noGrp="1"/>
          </p:cNvSpPr>
          <p:nvPr/>
        </p:nvSpPr>
        <p:spPr>
          <a:xfrm xmlns:a="http://schemas.openxmlformats.org/drawingml/2006/main">
            <a:off x="3392996" y="2283333"/>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6" name="Diagram connector">
            <a:extLst xmlns:a="http://schemas.openxmlformats.org/drawingml/2006/main">
              <a:ext uri="{FF2B5EF4-FFF2-40B4-BE49-F238E27FC236}">
                <a16:creationId xmlns:a16="http://schemas.microsoft.com/office/drawing/2014/main" id="{E80D5415-9798-4C22-9A4E-637BECA94A64}"/>
              </a:ext>
            </a:extLst>
          </p:cNvPr>
          <p:cNvSpPr>
            <a:spLocks xmlns:a="http://schemas.openxmlformats.org/drawingml/2006/main" noGrp="1"/>
          </p:cNvSpPr>
          <p:nvPr/>
        </p:nvSpPr>
        <p:spPr>
          <a:xfrm xmlns:a="http://schemas.openxmlformats.org/drawingml/2006/main">
            <a:off x="4359974" y="2245233"/>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47" name="to_thread(execute_build)">
            <a:extLst xmlns:a="http://schemas.openxmlformats.org/drawingml/2006/main">
              <a:ext uri="{FF2B5EF4-FFF2-40B4-BE49-F238E27FC236}">
                <a16:creationId xmlns:a16="http://schemas.microsoft.com/office/drawing/2014/main" id="{C9D4694E-310A-41BB-BF37-52AB5B9F2C8C}"/>
              </a:ext>
            </a:extLst>
          </p:cNvPr>
          <p:cNvSpPr>
            <a:spLocks xmlns:a="http://schemas.openxmlformats.org/drawingml/2006/main" noGrp="1"/>
          </p:cNvSpPr>
          <p:nvPr/>
        </p:nvSpPr>
        <p:spPr>
          <a:xfrm xmlns:a="http://schemas.openxmlformats.org/drawingml/2006/main">
            <a:off x="2495360" y="2149983"/>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to_thread(execute_build)</a:t>
            </a:r>
          </a:p>
        </p:txBody>
      </p:sp>
      <p:sp>
        <p:nvSpPr>
          <p:cNvPr id="48" name="Diagram connector">
            <a:extLst xmlns:a="http://schemas.openxmlformats.org/drawingml/2006/main">
              <a:ext uri="{FF2B5EF4-FFF2-40B4-BE49-F238E27FC236}">
                <a16:creationId xmlns:a16="http://schemas.microsoft.com/office/drawing/2014/main" id="{D5A83576-9253-43DE-86CE-6F0FF1D9A669}"/>
              </a:ext>
            </a:extLst>
          </p:cNvPr>
          <p:cNvSpPr>
            <a:spLocks xmlns:a="http://schemas.openxmlformats.org/drawingml/2006/main" noGrp="1"/>
          </p:cNvSpPr>
          <p:nvPr/>
        </p:nvSpPr>
        <p:spPr>
          <a:xfrm xmlns:a="http://schemas.openxmlformats.org/drawingml/2006/main">
            <a:off x="4455224" y="2548890"/>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9" name="Diagram connector">
            <a:extLst xmlns:a="http://schemas.openxmlformats.org/drawingml/2006/main">
              <a:ext uri="{FF2B5EF4-FFF2-40B4-BE49-F238E27FC236}">
                <a16:creationId xmlns:a16="http://schemas.microsoft.com/office/drawing/2014/main" id="{B2BB4B86-68C4-4659-AC72-C873ED094A74}"/>
              </a:ext>
            </a:extLst>
          </p:cNvPr>
          <p:cNvSpPr>
            <a:spLocks xmlns:a="http://schemas.openxmlformats.org/drawingml/2006/main" noGrp="1"/>
          </p:cNvSpPr>
          <p:nvPr/>
        </p:nvSpPr>
        <p:spPr>
          <a:xfrm xmlns:a="http://schemas.openxmlformats.org/drawingml/2006/main">
            <a:off x="5422202" y="251079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0" name="initialize_project(); write memory metadata">
            <a:extLst xmlns:a="http://schemas.openxmlformats.org/drawingml/2006/main">
              <a:ext uri="{FF2B5EF4-FFF2-40B4-BE49-F238E27FC236}">
                <a16:creationId xmlns:a16="http://schemas.microsoft.com/office/drawing/2014/main" id="{95E7F525-6DE7-4BCD-95EE-DBF2E2A66DCC}"/>
              </a:ext>
            </a:extLst>
          </p:cNvPr>
          <p:cNvSpPr>
            <a:spLocks xmlns:a="http://schemas.openxmlformats.org/drawingml/2006/main" noGrp="1"/>
          </p:cNvSpPr>
          <p:nvPr/>
        </p:nvSpPr>
        <p:spPr>
          <a:xfrm xmlns:a="http://schemas.openxmlformats.org/drawingml/2006/main">
            <a:off x="3557588" y="2415540"/>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initialize_project(); write memory metadata</a:t>
            </a:r>
          </a:p>
        </p:txBody>
      </p:sp>
      <p:sp>
        <p:nvSpPr>
          <p:cNvPr id="51" name="Diagram connector">
            <a:extLst xmlns:a="http://schemas.openxmlformats.org/drawingml/2006/main">
              <a:ext uri="{FF2B5EF4-FFF2-40B4-BE49-F238E27FC236}">
                <a16:creationId xmlns:a16="http://schemas.microsoft.com/office/drawing/2014/main" id="{7D411F92-B642-4189-8DA0-426DC3EF7199}"/>
              </a:ext>
            </a:extLst>
          </p:cNvPr>
          <p:cNvSpPr>
            <a:spLocks xmlns:a="http://schemas.openxmlformats.org/drawingml/2006/main" noGrp="1"/>
          </p:cNvSpPr>
          <p:nvPr/>
        </p:nvSpPr>
        <p:spPr>
          <a:xfrm xmlns:a="http://schemas.openxmlformats.org/drawingml/2006/main">
            <a:off x="4455224" y="2923794"/>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52" name="Diagram connector">
            <a:extLst xmlns:a="http://schemas.openxmlformats.org/drawingml/2006/main">
              <a:ext uri="{FF2B5EF4-FFF2-40B4-BE49-F238E27FC236}">
                <a16:creationId xmlns:a16="http://schemas.microsoft.com/office/drawing/2014/main" id="{53EC1E55-039A-47EC-8A59-8B62D24B9476}"/>
              </a:ext>
            </a:extLst>
          </p:cNvPr>
          <p:cNvSpPr>
            <a:spLocks xmlns:a="http://schemas.openxmlformats.org/drawingml/2006/main" noGrp="1"/>
          </p:cNvSpPr>
          <p:nvPr/>
        </p:nvSpPr>
        <p:spPr>
          <a:xfrm xmlns:a="http://schemas.openxmlformats.org/drawingml/2006/main">
            <a:off x="5422202" y="2885694"/>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3" name="execute_task(task, spec, tools)">
            <a:extLst xmlns:a="http://schemas.openxmlformats.org/drawingml/2006/main">
              <a:ext uri="{FF2B5EF4-FFF2-40B4-BE49-F238E27FC236}">
                <a16:creationId xmlns:a16="http://schemas.microsoft.com/office/drawing/2014/main" id="{F943364E-0F5F-42E4-B7AA-15B87097168B}"/>
              </a:ext>
            </a:extLst>
          </p:cNvPr>
          <p:cNvSpPr>
            <a:spLocks xmlns:a="http://schemas.openxmlformats.org/drawingml/2006/main" noGrp="1"/>
          </p:cNvSpPr>
          <p:nvPr/>
        </p:nvSpPr>
        <p:spPr>
          <a:xfrm xmlns:a="http://schemas.openxmlformats.org/drawingml/2006/main">
            <a:off x="3557588" y="2790444"/>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execute_task(task, spec, tools)</a:t>
            </a:r>
          </a:p>
        </p:txBody>
      </p:sp>
      <p:sp>
        <p:nvSpPr>
          <p:cNvPr id="54" name="Diagram connector">
            <a:extLst xmlns:a="http://schemas.openxmlformats.org/drawingml/2006/main">
              <a:ext uri="{FF2B5EF4-FFF2-40B4-BE49-F238E27FC236}">
                <a16:creationId xmlns:a16="http://schemas.microsoft.com/office/drawing/2014/main" id="{FA7808C4-1FC9-4E59-AAC8-F3BF4E0419D1}"/>
              </a:ext>
            </a:extLst>
          </p:cNvPr>
          <p:cNvSpPr>
            <a:spLocks xmlns:a="http://schemas.openxmlformats.org/drawingml/2006/main" noGrp="1"/>
          </p:cNvSpPr>
          <p:nvPr/>
        </p:nvSpPr>
        <p:spPr>
          <a:xfrm xmlns:a="http://schemas.openxmlformats.org/drawingml/2006/main">
            <a:off x="5517452" y="3126867"/>
            <a:ext cx="312420" cy="101537"/>
          </a:xfrm>
          <a:custGeom xmlns:a="http://schemas.openxmlformats.org/drawingml/2006/main">
            <a:pathLst>
              <a:path w="312420" h="101537">
                <a:moveTo>
                  <a:pt x="0" y="0"/>
                </a:moveTo>
                <a:lnTo>
                  <a:pt x="312420" y="0"/>
                </a:lnTo>
                <a:lnTo>
                  <a:pt x="312420" y="101537"/>
                </a:lnTo>
                <a:lnTo>
                  <a:pt x="0" y="101537"/>
                </a:lnTo>
              </a:path>
            </a:pathLst>
          </a:custGeom>
          <a:noFill xmlns:a="http://schemas.openxmlformats.org/drawingml/2006/main"/>
          <a:ln xmlns:a="http://schemas.openxmlformats.org/drawingml/2006/main" w="12383">
            <a:solidFill>
              <a:srgbClr val="132C43"/>
            </a:solidFill>
            <a:prstDash val="solid"/>
          </a:ln>
        </p:spPr>
      </p:sp>
      <p:sp>
        <p:nvSpPr>
          <p:cNvPr id="55" name="Diagram connector">
            <a:extLst xmlns:a="http://schemas.openxmlformats.org/drawingml/2006/main">
              <a:ext uri="{FF2B5EF4-FFF2-40B4-BE49-F238E27FC236}">
                <a16:creationId xmlns:a16="http://schemas.microsoft.com/office/drawing/2014/main" id="{65F0D590-F288-40C6-A2BD-F35765F2770E}"/>
              </a:ext>
            </a:extLst>
          </p:cNvPr>
          <p:cNvSpPr>
            <a:spLocks xmlns:a="http://schemas.openxmlformats.org/drawingml/2006/main" noGrp="1"/>
          </p:cNvSpPr>
          <p:nvPr/>
        </p:nvSpPr>
        <p:spPr>
          <a:xfrm xmlns:a="http://schemas.openxmlformats.org/drawingml/2006/main">
            <a:off x="5517452" y="3190304"/>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6" name="Scoped tool: write source">
            <a:extLst xmlns:a="http://schemas.openxmlformats.org/drawingml/2006/main">
              <a:ext uri="{FF2B5EF4-FFF2-40B4-BE49-F238E27FC236}">
                <a16:creationId xmlns:a16="http://schemas.microsoft.com/office/drawing/2014/main" id="{AC1EF595-B12F-44DE-9901-4791B41FB471}"/>
              </a:ext>
            </a:extLst>
          </p:cNvPr>
          <p:cNvSpPr>
            <a:spLocks xmlns:a="http://schemas.openxmlformats.org/drawingml/2006/main" noGrp="1"/>
          </p:cNvSpPr>
          <p:nvPr/>
        </p:nvSpPr>
        <p:spPr>
          <a:xfrm xmlns:a="http://schemas.openxmlformats.org/drawingml/2006/main">
            <a:off x="4831652" y="2993517"/>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Scoped tool: write source</a:t>
            </a:r>
          </a:p>
        </p:txBody>
      </p:sp>
      <p:sp>
        <p:nvSpPr>
          <p:cNvPr id="57" name="Diagram connector">
            <a:extLst xmlns:a="http://schemas.openxmlformats.org/drawingml/2006/main">
              <a:ext uri="{FF2B5EF4-FFF2-40B4-BE49-F238E27FC236}">
                <a16:creationId xmlns:a16="http://schemas.microsoft.com/office/drawing/2014/main" id="{032E5F9A-ECEB-4D26-ACDD-18B95A4D6B59}"/>
              </a:ext>
            </a:extLst>
          </p:cNvPr>
          <p:cNvSpPr>
            <a:spLocks xmlns:a="http://schemas.openxmlformats.org/drawingml/2006/main" noGrp="1"/>
          </p:cNvSpPr>
          <p:nvPr/>
        </p:nvSpPr>
        <p:spPr>
          <a:xfrm xmlns:a="http://schemas.openxmlformats.org/drawingml/2006/main">
            <a:off x="4455224" y="3345561"/>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58" name="Diagram connector">
            <a:extLst xmlns:a="http://schemas.openxmlformats.org/drawingml/2006/main">
              <a:ext uri="{FF2B5EF4-FFF2-40B4-BE49-F238E27FC236}">
                <a16:creationId xmlns:a16="http://schemas.microsoft.com/office/drawing/2014/main" id="{B0C240BB-C65A-4C83-8CDE-DF86751E8EB7}"/>
              </a:ext>
            </a:extLst>
          </p:cNvPr>
          <p:cNvSpPr>
            <a:spLocks xmlns:a="http://schemas.openxmlformats.org/drawingml/2006/main" noGrp="1"/>
          </p:cNvSpPr>
          <p:nvPr/>
        </p:nvSpPr>
        <p:spPr>
          <a:xfrm xmlns:a="http://schemas.openxmlformats.org/drawingml/2006/main">
            <a:off x="4455224" y="330746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9" name="Task result / source failure">
            <a:extLst xmlns:a="http://schemas.openxmlformats.org/drawingml/2006/main">
              <a:ext uri="{FF2B5EF4-FFF2-40B4-BE49-F238E27FC236}">
                <a16:creationId xmlns:a16="http://schemas.microsoft.com/office/drawing/2014/main" id="{AE468FBD-5BCB-40FD-8BEB-76B75CA7D25A}"/>
              </a:ext>
            </a:extLst>
          </p:cNvPr>
          <p:cNvSpPr>
            <a:spLocks xmlns:a="http://schemas.openxmlformats.org/drawingml/2006/main" noGrp="1"/>
          </p:cNvSpPr>
          <p:nvPr/>
        </p:nvSpPr>
        <p:spPr>
          <a:xfrm xmlns:a="http://schemas.openxmlformats.org/drawingml/2006/main">
            <a:off x="3557588" y="3212211"/>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Task result / source failure</a:t>
            </a:r>
          </a:p>
        </p:txBody>
      </p:sp>
      <p:sp>
        <p:nvSpPr>
          <p:cNvPr id="60" name="Diagram connector">
            <a:extLst xmlns:a="http://schemas.openxmlformats.org/drawingml/2006/main">
              <a:ext uri="{FF2B5EF4-FFF2-40B4-BE49-F238E27FC236}">
                <a16:creationId xmlns:a16="http://schemas.microsoft.com/office/drawing/2014/main" id="{6C90480C-5BEE-479F-A3D4-0090D724CE4D}"/>
              </a:ext>
            </a:extLst>
          </p:cNvPr>
          <p:cNvSpPr>
            <a:spLocks xmlns:a="http://schemas.openxmlformats.org/drawingml/2006/main" noGrp="1"/>
          </p:cNvSpPr>
          <p:nvPr/>
        </p:nvSpPr>
        <p:spPr>
          <a:xfrm xmlns:a="http://schemas.openxmlformats.org/drawingml/2006/main">
            <a:off x="4455224" y="372046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61" name="Diagram connector">
            <a:extLst xmlns:a="http://schemas.openxmlformats.org/drawingml/2006/main">
              <a:ext uri="{FF2B5EF4-FFF2-40B4-BE49-F238E27FC236}">
                <a16:creationId xmlns:a16="http://schemas.microsoft.com/office/drawing/2014/main" id="{2BC9B951-54B4-4BEE-B1C0-84D2AC6B9707}"/>
              </a:ext>
            </a:extLst>
          </p:cNvPr>
          <p:cNvSpPr>
            <a:spLocks xmlns:a="http://schemas.openxmlformats.org/drawingml/2006/main" noGrp="1"/>
          </p:cNvSpPr>
          <p:nvPr/>
        </p:nvSpPr>
        <p:spPr>
          <a:xfrm xmlns:a="http://schemas.openxmlformats.org/drawingml/2006/main">
            <a:off x="5422202" y="368236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2" name="create_checkpoint(code_complete)">
            <a:extLst xmlns:a="http://schemas.openxmlformats.org/drawingml/2006/main">
              <a:ext uri="{FF2B5EF4-FFF2-40B4-BE49-F238E27FC236}">
                <a16:creationId xmlns:a16="http://schemas.microsoft.com/office/drawing/2014/main" id="{48D2521C-7AF1-47CE-B130-74C260394D26}"/>
              </a:ext>
            </a:extLst>
          </p:cNvPr>
          <p:cNvSpPr>
            <a:spLocks xmlns:a="http://schemas.openxmlformats.org/drawingml/2006/main" noGrp="1"/>
          </p:cNvSpPr>
          <p:nvPr/>
        </p:nvSpPr>
        <p:spPr>
          <a:xfrm xmlns:a="http://schemas.openxmlformats.org/drawingml/2006/main">
            <a:off x="3557588" y="358711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create_checkpoint(code_complete)</a:t>
            </a:r>
          </a:p>
        </p:txBody>
      </p:sp>
      <p:sp>
        <p:nvSpPr>
          <p:cNvPr id="63" name="Diagram connector">
            <a:extLst xmlns:a="http://schemas.openxmlformats.org/drawingml/2006/main">
              <a:ext uri="{FF2B5EF4-FFF2-40B4-BE49-F238E27FC236}">
                <a16:creationId xmlns:a16="http://schemas.microsoft.com/office/drawing/2014/main" id="{71AFF485-2194-4CD0-9E3A-58963F1927D1}"/>
              </a:ext>
            </a:extLst>
          </p:cNvPr>
          <p:cNvSpPr>
            <a:spLocks xmlns:a="http://schemas.openxmlformats.org/drawingml/2006/main" noGrp="1"/>
          </p:cNvSpPr>
          <p:nvPr/>
        </p:nvSpPr>
        <p:spPr>
          <a:xfrm xmlns:a="http://schemas.openxmlformats.org/drawingml/2006/main">
            <a:off x="4455224" y="3876675"/>
            <a:ext cx="3186684" cy="9525"/>
          </a:xfrm>
          <a:custGeom xmlns:a="http://schemas.openxmlformats.org/drawingml/2006/main">
            <a:pathLst>
              <a:path w="3186684" h="9525">
                <a:moveTo>
                  <a:pt x="0" y="0"/>
                </a:moveTo>
                <a:lnTo>
                  <a:pt x="3186684" y="0"/>
                </a:lnTo>
              </a:path>
            </a:pathLst>
          </a:custGeom>
          <a:noFill xmlns:a="http://schemas.openxmlformats.org/drawingml/2006/main"/>
          <a:ln xmlns:a="http://schemas.openxmlformats.org/drawingml/2006/main" w="12383">
            <a:solidFill>
              <a:srgbClr val="132C43"/>
            </a:solidFill>
            <a:prstDash val="solid"/>
          </a:ln>
        </p:spPr>
      </p:sp>
      <p:sp>
        <p:nvSpPr>
          <p:cNvPr id="64" name="Diagram connector">
            <a:extLst xmlns:a="http://schemas.openxmlformats.org/drawingml/2006/main">
              <a:ext uri="{FF2B5EF4-FFF2-40B4-BE49-F238E27FC236}">
                <a16:creationId xmlns:a16="http://schemas.microsoft.com/office/drawing/2014/main" id="{19AD754A-032E-4D86-9539-EFB2A3CFBF3F}"/>
              </a:ext>
            </a:extLst>
          </p:cNvPr>
          <p:cNvSpPr>
            <a:spLocks xmlns:a="http://schemas.openxmlformats.org/drawingml/2006/main" noGrp="1"/>
          </p:cNvSpPr>
          <p:nvPr/>
        </p:nvSpPr>
        <p:spPr>
          <a:xfrm xmlns:a="http://schemas.openxmlformats.org/drawingml/2006/main">
            <a:off x="7546658" y="383857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5" name="preflight()">
            <a:extLst xmlns:a="http://schemas.openxmlformats.org/drawingml/2006/main">
              <a:ext uri="{FF2B5EF4-FFF2-40B4-BE49-F238E27FC236}">
                <a16:creationId xmlns:a16="http://schemas.microsoft.com/office/drawing/2014/main" id="{0F7E0D99-E7BE-4BF3-B648-0B459211B6CD}"/>
              </a:ext>
            </a:extLst>
          </p:cNvPr>
          <p:cNvSpPr>
            <a:spLocks xmlns:a="http://schemas.openxmlformats.org/drawingml/2006/main" noGrp="1"/>
          </p:cNvSpPr>
          <p:nvPr/>
        </p:nvSpPr>
        <p:spPr>
          <a:xfrm xmlns:a="http://schemas.openxmlformats.org/drawingml/2006/main">
            <a:off x="4026599" y="3743325"/>
            <a:ext cx="4043934"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preflight()</a:t>
            </a:r>
          </a:p>
        </p:txBody>
      </p:sp>
      <p:sp>
        <p:nvSpPr>
          <p:cNvPr id="66" name="Diagram connector">
            <a:extLst xmlns:a="http://schemas.openxmlformats.org/drawingml/2006/main">
              <a:ext uri="{FF2B5EF4-FFF2-40B4-BE49-F238E27FC236}">
                <a16:creationId xmlns:a16="http://schemas.microsoft.com/office/drawing/2014/main" id="{C6B3574F-AC3B-46B9-BC07-3B549464929F}"/>
              </a:ext>
            </a:extLst>
          </p:cNvPr>
          <p:cNvSpPr>
            <a:spLocks xmlns:a="http://schemas.openxmlformats.org/drawingml/2006/main" noGrp="1"/>
          </p:cNvSpPr>
          <p:nvPr/>
        </p:nvSpPr>
        <p:spPr>
          <a:xfrm xmlns:a="http://schemas.openxmlformats.org/drawingml/2006/main">
            <a:off x="4455224" y="4032885"/>
            <a:ext cx="3186684" cy="9525"/>
          </a:xfrm>
          <a:custGeom xmlns:a="http://schemas.openxmlformats.org/drawingml/2006/main">
            <a:pathLst>
              <a:path w="3186684" h="9525">
                <a:moveTo>
                  <a:pt x="3186684" y="0"/>
                </a:moveTo>
                <a:lnTo>
                  <a:pt x="0" y="0"/>
                </a:lnTo>
              </a:path>
            </a:pathLst>
          </a:custGeom>
          <a:noFill xmlns:a="http://schemas.openxmlformats.org/drawingml/2006/main"/>
          <a:ln xmlns:a="http://schemas.openxmlformats.org/drawingml/2006/main" w="12383">
            <a:solidFill>
              <a:srgbClr val="132C43"/>
            </a:solidFill>
            <a:prstDash val="dash"/>
          </a:ln>
        </p:spPr>
      </p:sp>
      <p:sp>
        <p:nvSpPr>
          <p:cNvPr id="67" name="Diagram connector">
            <a:extLst xmlns:a="http://schemas.openxmlformats.org/drawingml/2006/main">
              <a:ext uri="{FF2B5EF4-FFF2-40B4-BE49-F238E27FC236}">
                <a16:creationId xmlns:a16="http://schemas.microsoft.com/office/drawing/2014/main" id="{AEE8DF6E-58BB-42FE-BC60-16ACC3848853}"/>
              </a:ext>
            </a:extLst>
          </p:cNvPr>
          <p:cNvSpPr>
            <a:spLocks xmlns:a="http://schemas.openxmlformats.org/drawingml/2006/main" noGrp="1"/>
          </p:cNvSpPr>
          <p:nvPr/>
        </p:nvSpPr>
        <p:spPr>
          <a:xfrm xmlns:a="http://schemas.openxmlformats.org/drawingml/2006/main">
            <a:off x="4455224" y="399478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8" name="Runtime available / reason">
            <a:extLst xmlns:a="http://schemas.openxmlformats.org/drawingml/2006/main">
              <a:ext uri="{FF2B5EF4-FFF2-40B4-BE49-F238E27FC236}">
                <a16:creationId xmlns:a16="http://schemas.microsoft.com/office/drawing/2014/main" id="{53AD4658-5C2D-45A2-BEBF-9AE0EEB1A0B9}"/>
              </a:ext>
            </a:extLst>
          </p:cNvPr>
          <p:cNvSpPr>
            <a:spLocks xmlns:a="http://schemas.openxmlformats.org/drawingml/2006/main" noGrp="1"/>
          </p:cNvSpPr>
          <p:nvPr/>
        </p:nvSpPr>
        <p:spPr>
          <a:xfrm xmlns:a="http://schemas.openxmlformats.org/drawingml/2006/main">
            <a:off x="4026599" y="3899535"/>
            <a:ext cx="4043934"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Runtime available / reason</a:t>
            </a:r>
          </a:p>
        </p:txBody>
      </p:sp>
      <p:sp>
        <p:nvSpPr>
          <p:cNvPr id="69" name="Diagram connector">
            <a:extLst xmlns:a="http://schemas.openxmlformats.org/drawingml/2006/main">
              <a:ext uri="{FF2B5EF4-FFF2-40B4-BE49-F238E27FC236}">
                <a16:creationId xmlns:a16="http://schemas.microsoft.com/office/drawing/2014/main" id="{449DF52E-5179-4847-B290-3F6315D98636}"/>
              </a:ext>
            </a:extLst>
          </p:cNvPr>
          <p:cNvSpPr>
            <a:spLocks xmlns:a="http://schemas.openxmlformats.org/drawingml/2006/main" noGrp="1"/>
          </p:cNvSpPr>
          <p:nvPr/>
        </p:nvSpPr>
        <p:spPr>
          <a:xfrm xmlns:a="http://schemas.openxmlformats.org/drawingml/2006/main">
            <a:off x="4455224" y="4345305"/>
            <a:ext cx="2124456" cy="9525"/>
          </a:xfrm>
          <a:custGeom xmlns:a="http://schemas.openxmlformats.org/drawingml/2006/main">
            <a:pathLst>
              <a:path w="2124456" h="9525">
                <a:moveTo>
                  <a:pt x="0" y="0"/>
                </a:moveTo>
                <a:lnTo>
                  <a:pt x="2124456" y="0"/>
                </a:lnTo>
              </a:path>
            </a:pathLst>
          </a:custGeom>
          <a:noFill xmlns:a="http://schemas.openxmlformats.org/drawingml/2006/main"/>
          <a:ln xmlns:a="http://schemas.openxmlformats.org/drawingml/2006/main" w="12383">
            <a:solidFill>
              <a:srgbClr val="132C43"/>
            </a:solidFill>
            <a:prstDash val="solid"/>
          </a:ln>
        </p:spPr>
      </p:sp>
      <p:sp>
        <p:nvSpPr>
          <p:cNvPr id="70" name="Diagram connector">
            <a:extLst xmlns:a="http://schemas.openxmlformats.org/drawingml/2006/main">
              <a:ext uri="{FF2B5EF4-FFF2-40B4-BE49-F238E27FC236}">
                <a16:creationId xmlns:a16="http://schemas.microsoft.com/office/drawing/2014/main" id="{1D8857A3-1A6A-4C58-8B5D-125820F2FE48}"/>
              </a:ext>
            </a:extLst>
          </p:cNvPr>
          <p:cNvSpPr>
            <a:spLocks xmlns:a="http://schemas.openxmlformats.org/drawingml/2006/main" noGrp="1"/>
          </p:cNvSpPr>
          <p:nvPr/>
        </p:nvSpPr>
        <p:spPr>
          <a:xfrm xmlns:a="http://schemas.openxmlformats.org/drawingml/2006/main">
            <a:off x="6484430" y="430720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1" name="Run backend, frontend, API and browser checks">
            <a:extLst xmlns:a="http://schemas.openxmlformats.org/drawingml/2006/main">
              <a:ext uri="{FF2B5EF4-FFF2-40B4-BE49-F238E27FC236}">
                <a16:creationId xmlns:a16="http://schemas.microsoft.com/office/drawing/2014/main" id="{3037CE09-7D09-4695-B8D7-94DD603D48D5}"/>
              </a:ext>
            </a:extLst>
          </p:cNvPr>
          <p:cNvSpPr>
            <a:spLocks xmlns:a="http://schemas.openxmlformats.org/drawingml/2006/main" noGrp="1"/>
          </p:cNvSpPr>
          <p:nvPr/>
        </p:nvSpPr>
        <p:spPr>
          <a:xfrm xmlns:a="http://schemas.openxmlformats.org/drawingml/2006/main">
            <a:off x="4026599" y="4211955"/>
            <a:ext cx="298170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Run backend, frontend, API and browser checks</a:t>
            </a:r>
          </a:p>
        </p:txBody>
      </p:sp>
      <p:sp>
        <p:nvSpPr>
          <p:cNvPr id="72" name="Diagram connector">
            <a:extLst xmlns:a="http://schemas.openxmlformats.org/drawingml/2006/main">
              <a:ext uri="{FF2B5EF4-FFF2-40B4-BE49-F238E27FC236}">
                <a16:creationId xmlns:a16="http://schemas.microsoft.com/office/drawing/2014/main" id="{8E7581E2-3F30-4BDD-A1AF-4674EA59AFA9}"/>
              </a:ext>
            </a:extLst>
          </p:cNvPr>
          <p:cNvSpPr>
            <a:spLocks xmlns:a="http://schemas.openxmlformats.org/drawingml/2006/main" noGrp="1"/>
          </p:cNvSpPr>
          <p:nvPr/>
        </p:nvSpPr>
        <p:spPr>
          <a:xfrm xmlns:a="http://schemas.openxmlformats.org/drawingml/2006/main">
            <a:off x="6579680" y="450151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73" name="Diagram connector">
            <a:extLst xmlns:a="http://schemas.openxmlformats.org/drawingml/2006/main">
              <a:ext uri="{FF2B5EF4-FFF2-40B4-BE49-F238E27FC236}">
                <a16:creationId xmlns:a16="http://schemas.microsoft.com/office/drawing/2014/main" id="{ED00093E-CE47-413D-B94E-07ECCAB5E58F}"/>
              </a:ext>
            </a:extLst>
          </p:cNvPr>
          <p:cNvSpPr>
            <a:spLocks xmlns:a="http://schemas.openxmlformats.org/drawingml/2006/main" noGrp="1"/>
          </p:cNvSpPr>
          <p:nvPr/>
        </p:nvSpPr>
        <p:spPr>
          <a:xfrm xmlns:a="http://schemas.openxmlformats.org/drawingml/2006/main">
            <a:off x="7546658" y="446341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4" name="execute(command_str)">
            <a:extLst xmlns:a="http://schemas.openxmlformats.org/drawingml/2006/main">
              <a:ext uri="{FF2B5EF4-FFF2-40B4-BE49-F238E27FC236}">
                <a16:creationId xmlns:a16="http://schemas.microsoft.com/office/drawing/2014/main" id="{3816BC90-D2FE-44A2-8681-D0A593B2F321}"/>
              </a:ext>
            </a:extLst>
          </p:cNvPr>
          <p:cNvSpPr>
            <a:spLocks xmlns:a="http://schemas.openxmlformats.org/drawingml/2006/main" noGrp="1"/>
          </p:cNvSpPr>
          <p:nvPr/>
        </p:nvSpPr>
        <p:spPr>
          <a:xfrm xmlns:a="http://schemas.openxmlformats.org/drawingml/2006/main">
            <a:off x="5682044" y="436816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execute(command_str)</a:t>
            </a:r>
          </a:p>
        </p:txBody>
      </p:sp>
      <p:sp>
        <p:nvSpPr>
          <p:cNvPr id="75" name="Diagram connector">
            <a:extLst xmlns:a="http://schemas.openxmlformats.org/drawingml/2006/main">
              <a:ext uri="{FF2B5EF4-FFF2-40B4-BE49-F238E27FC236}">
                <a16:creationId xmlns:a16="http://schemas.microsoft.com/office/drawing/2014/main" id="{FBA326CE-D9CC-48DC-87C9-B2BF9CDFF0B2}"/>
              </a:ext>
            </a:extLst>
          </p:cNvPr>
          <p:cNvSpPr>
            <a:spLocks xmlns:a="http://schemas.openxmlformats.org/drawingml/2006/main" noGrp="1"/>
          </p:cNvSpPr>
          <p:nvPr/>
        </p:nvSpPr>
        <p:spPr>
          <a:xfrm xmlns:a="http://schemas.openxmlformats.org/drawingml/2006/main">
            <a:off x="7641908" y="465772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76" name="Diagram connector">
            <a:extLst xmlns:a="http://schemas.openxmlformats.org/drawingml/2006/main">
              <a:ext uri="{FF2B5EF4-FFF2-40B4-BE49-F238E27FC236}">
                <a16:creationId xmlns:a16="http://schemas.microsoft.com/office/drawing/2014/main" id="{D958835F-C7A8-42B9-A777-074E815CC8EF}"/>
              </a:ext>
            </a:extLst>
          </p:cNvPr>
          <p:cNvSpPr>
            <a:spLocks xmlns:a="http://schemas.openxmlformats.org/drawingml/2006/main" noGrp="1"/>
          </p:cNvSpPr>
          <p:nvPr/>
        </p:nvSpPr>
        <p:spPr>
          <a:xfrm xmlns:a="http://schemas.openxmlformats.org/drawingml/2006/main">
            <a:off x="8608886" y="461962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7" name="docker run: read-only, network none">
            <a:extLst xmlns:a="http://schemas.openxmlformats.org/drawingml/2006/main">
              <a:ext uri="{FF2B5EF4-FFF2-40B4-BE49-F238E27FC236}">
                <a16:creationId xmlns:a16="http://schemas.microsoft.com/office/drawing/2014/main" id="{FE588F79-DAC7-4848-82A2-6FF94ACE4245}"/>
              </a:ext>
            </a:extLst>
          </p:cNvPr>
          <p:cNvSpPr>
            <a:spLocks xmlns:a="http://schemas.openxmlformats.org/drawingml/2006/main" noGrp="1"/>
          </p:cNvSpPr>
          <p:nvPr/>
        </p:nvSpPr>
        <p:spPr>
          <a:xfrm xmlns:a="http://schemas.openxmlformats.org/drawingml/2006/main">
            <a:off x="6744271" y="452437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docker run: read-only, network none</a:t>
            </a:r>
          </a:p>
        </p:txBody>
      </p:sp>
      <p:sp>
        <p:nvSpPr>
          <p:cNvPr id="78" name="Diagram connector">
            <a:extLst xmlns:a="http://schemas.openxmlformats.org/drawingml/2006/main">
              <a:ext uri="{FF2B5EF4-FFF2-40B4-BE49-F238E27FC236}">
                <a16:creationId xmlns:a16="http://schemas.microsoft.com/office/drawing/2014/main" id="{937CC217-5D42-47A9-BF85-A603D6F8EAD4}"/>
              </a:ext>
            </a:extLst>
          </p:cNvPr>
          <p:cNvSpPr>
            <a:spLocks xmlns:a="http://schemas.openxmlformats.org/drawingml/2006/main" noGrp="1"/>
          </p:cNvSpPr>
          <p:nvPr/>
        </p:nvSpPr>
        <p:spPr>
          <a:xfrm xmlns:a="http://schemas.openxmlformats.org/drawingml/2006/main">
            <a:off x="7641908" y="481393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79" name="Diagram connector">
            <a:extLst xmlns:a="http://schemas.openxmlformats.org/drawingml/2006/main">
              <a:ext uri="{FF2B5EF4-FFF2-40B4-BE49-F238E27FC236}">
                <a16:creationId xmlns:a16="http://schemas.microsoft.com/office/drawing/2014/main" id="{DAA8F901-494A-4F9F-B850-141229C15AD2}"/>
              </a:ext>
            </a:extLst>
          </p:cNvPr>
          <p:cNvSpPr>
            <a:spLocks xmlns:a="http://schemas.openxmlformats.org/drawingml/2006/main" noGrp="1"/>
          </p:cNvSpPr>
          <p:nvPr/>
        </p:nvSpPr>
        <p:spPr>
          <a:xfrm xmlns:a="http://schemas.openxmlformats.org/drawingml/2006/main">
            <a:off x="7641908" y="477583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0" name="Exit code + stdout/stderr">
            <a:extLst xmlns:a="http://schemas.openxmlformats.org/drawingml/2006/main">
              <a:ext uri="{FF2B5EF4-FFF2-40B4-BE49-F238E27FC236}">
                <a16:creationId xmlns:a16="http://schemas.microsoft.com/office/drawing/2014/main" id="{59464360-FBAF-4E2A-A082-7213E6AE4537}"/>
              </a:ext>
            </a:extLst>
          </p:cNvPr>
          <p:cNvSpPr>
            <a:spLocks xmlns:a="http://schemas.openxmlformats.org/drawingml/2006/main" noGrp="1"/>
          </p:cNvSpPr>
          <p:nvPr/>
        </p:nvSpPr>
        <p:spPr>
          <a:xfrm xmlns:a="http://schemas.openxmlformats.org/drawingml/2006/main">
            <a:off x="6744271" y="468058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Exit code + stdout/stderr</a:t>
            </a:r>
          </a:p>
        </p:txBody>
      </p:sp>
      <p:sp>
        <p:nvSpPr>
          <p:cNvPr id="81" name="Diagram connector">
            <a:extLst xmlns:a="http://schemas.openxmlformats.org/drawingml/2006/main">
              <a:ext uri="{FF2B5EF4-FFF2-40B4-BE49-F238E27FC236}">
                <a16:creationId xmlns:a16="http://schemas.microsoft.com/office/drawing/2014/main" id="{D65BD234-CA7B-4ED1-BFA0-7BBCDECC5291}"/>
              </a:ext>
            </a:extLst>
          </p:cNvPr>
          <p:cNvSpPr>
            <a:spLocks xmlns:a="http://schemas.openxmlformats.org/drawingml/2006/main" noGrp="1"/>
          </p:cNvSpPr>
          <p:nvPr/>
        </p:nvSpPr>
        <p:spPr>
          <a:xfrm xmlns:a="http://schemas.openxmlformats.org/drawingml/2006/main">
            <a:off x="6579680" y="497014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82" name="Diagram connector">
            <a:extLst xmlns:a="http://schemas.openxmlformats.org/drawingml/2006/main">
              <a:ext uri="{FF2B5EF4-FFF2-40B4-BE49-F238E27FC236}">
                <a16:creationId xmlns:a16="http://schemas.microsoft.com/office/drawing/2014/main" id="{56618845-0F99-4C69-BF53-31D9079FEB6A}"/>
              </a:ext>
            </a:extLst>
          </p:cNvPr>
          <p:cNvSpPr>
            <a:spLocks xmlns:a="http://schemas.openxmlformats.org/drawingml/2006/main" noGrp="1"/>
          </p:cNvSpPr>
          <p:nvPr/>
        </p:nvSpPr>
        <p:spPr>
          <a:xfrm xmlns:a="http://schemas.openxmlformats.org/drawingml/2006/main">
            <a:off x="6579680" y="493204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3" name="ExecutionResult">
            <a:extLst xmlns:a="http://schemas.openxmlformats.org/drawingml/2006/main">
              <a:ext uri="{FF2B5EF4-FFF2-40B4-BE49-F238E27FC236}">
                <a16:creationId xmlns:a16="http://schemas.microsoft.com/office/drawing/2014/main" id="{5CA42AD2-D6C2-42E9-88E4-D00DBC3F00B9}"/>
              </a:ext>
            </a:extLst>
          </p:cNvPr>
          <p:cNvSpPr>
            <a:spLocks xmlns:a="http://schemas.openxmlformats.org/drawingml/2006/main" noGrp="1"/>
          </p:cNvSpPr>
          <p:nvPr/>
        </p:nvSpPr>
        <p:spPr>
          <a:xfrm xmlns:a="http://schemas.openxmlformats.org/drawingml/2006/main">
            <a:off x="5682044" y="4836795"/>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ExecutionResult</a:t>
            </a:r>
          </a:p>
        </p:txBody>
      </p:sp>
      <p:sp>
        <p:nvSpPr>
          <p:cNvPr id="84" name="Diagram connector">
            <a:extLst xmlns:a="http://schemas.openxmlformats.org/drawingml/2006/main">
              <a:ext uri="{FF2B5EF4-FFF2-40B4-BE49-F238E27FC236}">
                <a16:creationId xmlns:a16="http://schemas.microsoft.com/office/drawing/2014/main" id="{C327FD18-E624-4CF7-A6CF-BE91E3E5C45A}"/>
              </a:ext>
            </a:extLst>
          </p:cNvPr>
          <p:cNvSpPr>
            <a:spLocks xmlns:a="http://schemas.openxmlformats.org/drawingml/2006/main" noGrp="1"/>
          </p:cNvSpPr>
          <p:nvPr/>
        </p:nvSpPr>
        <p:spPr>
          <a:xfrm xmlns:a="http://schemas.openxmlformats.org/drawingml/2006/main">
            <a:off x="4455224" y="5126355"/>
            <a:ext cx="2124456" cy="9525"/>
          </a:xfrm>
          <a:custGeom xmlns:a="http://schemas.openxmlformats.org/drawingml/2006/main">
            <a:pathLst>
              <a:path w="2124456" h="9525">
                <a:moveTo>
                  <a:pt x="2124456" y="0"/>
                </a:moveTo>
                <a:lnTo>
                  <a:pt x="0" y="0"/>
                </a:lnTo>
              </a:path>
            </a:pathLst>
          </a:custGeom>
          <a:noFill xmlns:a="http://schemas.openxmlformats.org/drawingml/2006/main"/>
          <a:ln xmlns:a="http://schemas.openxmlformats.org/drawingml/2006/main" w="12383">
            <a:solidFill>
              <a:srgbClr val="132C43"/>
            </a:solidFill>
            <a:prstDash val="dash"/>
          </a:ln>
        </p:spPr>
      </p:sp>
      <p:sp>
        <p:nvSpPr>
          <p:cNvPr id="85" name="Diagram connector">
            <a:extLst xmlns:a="http://schemas.openxmlformats.org/drawingml/2006/main">
              <a:ext uri="{FF2B5EF4-FFF2-40B4-BE49-F238E27FC236}">
                <a16:creationId xmlns:a16="http://schemas.microsoft.com/office/drawing/2014/main" id="{DB5B9E86-03B6-4732-A069-8989C41DCAF9}"/>
              </a:ext>
            </a:extLst>
          </p:cNvPr>
          <p:cNvSpPr>
            <a:spLocks xmlns:a="http://schemas.openxmlformats.org/drawingml/2006/main" noGrp="1"/>
          </p:cNvSpPr>
          <p:nvPr/>
        </p:nvSpPr>
        <p:spPr>
          <a:xfrm xmlns:a="http://schemas.openxmlformats.org/drawingml/2006/main">
            <a:off x="4455224" y="508825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6" name="All declared check results">
            <a:extLst xmlns:a="http://schemas.openxmlformats.org/drawingml/2006/main">
              <a:ext uri="{FF2B5EF4-FFF2-40B4-BE49-F238E27FC236}">
                <a16:creationId xmlns:a16="http://schemas.microsoft.com/office/drawing/2014/main" id="{B344A0B2-0920-4DE1-843C-1AACF9186941}"/>
              </a:ext>
            </a:extLst>
          </p:cNvPr>
          <p:cNvSpPr>
            <a:spLocks xmlns:a="http://schemas.openxmlformats.org/drawingml/2006/main" noGrp="1"/>
          </p:cNvSpPr>
          <p:nvPr/>
        </p:nvSpPr>
        <p:spPr>
          <a:xfrm xmlns:a="http://schemas.openxmlformats.org/drawingml/2006/main">
            <a:off x="4026599" y="4993005"/>
            <a:ext cx="298170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All declared check results</a:t>
            </a:r>
          </a:p>
        </p:txBody>
      </p:sp>
      <p:sp>
        <p:nvSpPr>
          <p:cNvPr id="87" name="Diagram connector">
            <a:extLst xmlns:a="http://schemas.openxmlformats.org/drawingml/2006/main">
              <a:ext uri="{FF2B5EF4-FFF2-40B4-BE49-F238E27FC236}">
                <a16:creationId xmlns:a16="http://schemas.microsoft.com/office/drawing/2014/main" id="{F820E8EB-06CE-4F2B-BC4F-F5CEDF410101}"/>
              </a:ext>
            </a:extLst>
          </p:cNvPr>
          <p:cNvSpPr>
            <a:spLocks xmlns:a="http://schemas.openxmlformats.org/drawingml/2006/main" noGrp="1"/>
          </p:cNvSpPr>
          <p:nvPr/>
        </p:nvSpPr>
        <p:spPr>
          <a:xfrm xmlns:a="http://schemas.openxmlformats.org/drawingml/2006/main">
            <a:off x="3392996" y="5391912"/>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88" name="Diagram connector">
            <a:extLst xmlns:a="http://schemas.openxmlformats.org/drawingml/2006/main">
              <a:ext uri="{FF2B5EF4-FFF2-40B4-BE49-F238E27FC236}">
                <a16:creationId xmlns:a16="http://schemas.microsoft.com/office/drawing/2014/main" id="{40E24918-931F-4291-87C4-E2E9EBD95B16}"/>
              </a:ext>
            </a:extLst>
          </p:cNvPr>
          <p:cNvSpPr>
            <a:spLocks xmlns:a="http://schemas.openxmlformats.org/drawingml/2006/main" noGrp="1"/>
          </p:cNvSpPr>
          <p:nvPr/>
        </p:nvSpPr>
        <p:spPr>
          <a:xfrm xmlns:a="http://schemas.openxmlformats.org/drawingml/2006/main">
            <a:off x="3392996" y="5353812"/>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9" name="VERIFIED report">
            <a:extLst xmlns:a="http://schemas.openxmlformats.org/drawingml/2006/main">
              <a:ext uri="{FF2B5EF4-FFF2-40B4-BE49-F238E27FC236}">
                <a16:creationId xmlns:a16="http://schemas.microsoft.com/office/drawing/2014/main" id="{BDF17882-7D25-4C8D-920A-98BABBE1DE1A}"/>
              </a:ext>
            </a:extLst>
          </p:cNvPr>
          <p:cNvSpPr>
            <a:spLocks xmlns:a="http://schemas.openxmlformats.org/drawingml/2006/main" noGrp="1"/>
          </p:cNvSpPr>
          <p:nvPr/>
        </p:nvSpPr>
        <p:spPr>
          <a:xfrm xmlns:a="http://schemas.openxmlformats.org/drawingml/2006/main">
            <a:off x="2495360" y="5258562"/>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VERIFIED report</a:t>
            </a:r>
          </a:p>
        </p:txBody>
      </p:sp>
      <p:sp>
        <p:nvSpPr>
          <p:cNvPr id="90" name="Diagram connector">
            <a:extLst xmlns:a="http://schemas.openxmlformats.org/drawingml/2006/main">
              <a:ext uri="{FF2B5EF4-FFF2-40B4-BE49-F238E27FC236}">
                <a16:creationId xmlns:a16="http://schemas.microsoft.com/office/drawing/2014/main" id="{7F5BF4AE-3241-48D4-870C-4355384DD76C}"/>
              </a:ext>
            </a:extLst>
          </p:cNvPr>
          <p:cNvSpPr>
            <a:spLocks xmlns:a="http://schemas.openxmlformats.org/drawingml/2006/main" noGrp="1"/>
          </p:cNvSpPr>
          <p:nvPr/>
        </p:nvSpPr>
        <p:spPr>
          <a:xfrm xmlns:a="http://schemas.openxmlformats.org/drawingml/2006/main">
            <a:off x="3392996" y="5704332"/>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91" name="Diagram connector">
            <a:extLst xmlns:a="http://schemas.openxmlformats.org/drawingml/2006/main">
              <a:ext uri="{FF2B5EF4-FFF2-40B4-BE49-F238E27FC236}">
                <a16:creationId xmlns:a16="http://schemas.microsoft.com/office/drawing/2014/main" id="{A9F05ED2-99DD-4E50-8DE7-BBFB568729A9}"/>
              </a:ext>
            </a:extLst>
          </p:cNvPr>
          <p:cNvSpPr>
            <a:spLocks xmlns:a="http://schemas.openxmlformats.org/drawingml/2006/main" noGrp="1"/>
          </p:cNvSpPr>
          <p:nvPr/>
        </p:nvSpPr>
        <p:spPr>
          <a:xfrm xmlns:a="http://schemas.openxmlformats.org/drawingml/2006/main">
            <a:off x="3392996" y="5666232"/>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92" name="Failure / human review report">
            <a:extLst xmlns:a="http://schemas.openxmlformats.org/drawingml/2006/main">
              <a:ext uri="{FF2B5EF4-FFF2-40B4-BE49-F238E27FC236}">
                <a16:creationId xmlns:a16="http://schemas.microsoft.com/office/drawing/2014/main" id="{D1015CBD-9B9E-4B2A-973F-71C6FADFAD6A}"/>
              </a:ext>
            </a:extLst>
          </p:cNvPr>
          <p:cNvSpPr>
            <a:spLocks xmlns:a="http://schemas.openxmlformats.org/drawingml/2006/main" noGrp="1"/>
          </p:cNvSpPr>
          <p:nvPr/>
        </p:nvSpPr>
        <p:spPr>
          <a:xfrm xmlns:a="http://schemas.openxmlformats.org/drawingml/2006/main">
            <a:off x="2495360" y="5570982"/>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Failure / human review report</a:t>
            </a:r>
          </a:p>
        </p:txBody>
      </p:sp>
      <p:sp>
        <p:nvSpPr>
          <p:cNvPr id="93" name="Diagram connector">
            <a:extLst xmlns:a="http://schemas.openxmlformats.org/drawingml/2006/main">
              <a:ext uri="{FF2B5EF4-FFF2-40B4-BE49-F238E27FC236}">
                <a16:creationId xmlns:a16="http://schemas.microsoft.com/office/drawing/2014/main" id="{FA1326A1-A2FB-449D-AB51-A29060BB3697}"/>
              </a:ext>
            </a:extLst>
          </p:cNvPr>
          <p:cNvSpPr>
            <a:spLocks xmlns:a="http://schemas.openxmlformats.org/drawingml/2006/main" noGrp="1"/>
          </p:cNvSpPr>
          <p:nvPr/>
        </p:nvSpPr>
        <p:spPr>
          <a:xfrm xmlns:a="http://schemas.openxmlformats.org/drawingml/2006/main">
            <a:off x="3392996" y="5907405"/>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94" name="Diagram connector">
            <a:extLst xmlns:a="http://schemas.openxmlformats.org/drawingml/2006/main">
              <a:ext uri="{FF2B5EF4-FFF2-40B4-BE49-F238E27FC236}">
                <a16:creationId xmlns:a16="http://schemas.microsoft.com/office/drawing/2014/main" id="{B5BA1EC1-897C-4F55-9977-E331A7246EE5}"/>
              </a:ext>
            </a:extLst>
          </p:cNvPr>
          <p:cNvSpPr>
            <a:spLocks xmlns:a="http://schemas.openxmlformats.org/drawingml/2006/main" noGrp="1"/>
          </p:cNvSpPr>
          <p:nvPr/>
        </p:nvSpPr>
        <p:spPr>
          <a:xfrm xmlns:a="http://schemas.openxmlformats.org/drawingml/2006/main">
            <a:off x="9671114" y="586930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95" name="save_project(final state + report)">
            <a:extLst xmlns:a="http://schemas.openxmlformats.org/drawingml/2006/main">
              <a:ext uri="{FF2B5EF4-FFF2-40B4-BE49-F238E27FC236}">
                <a16:creationId xmlns:a16="http://schemas.microsoft.com/office/drawing/2014/main" id="{C8F46355-0F47-4330-B073-F86C4C63430A}"/>
              </a:ext>
            </a:extLst>
          </p:cNvPr>
          <p:cNvSpPr>
            <a:spLocks xmlns:a="http://schemas.openxmlformats.org/drawingml/2006/main" noGrp="1"/>
          </p:cNvSpPr>
          <p:nvPr/>
        </p:nvSpPr>
        <p:spPr>
          <a:xfrm xmlns:a="http://schemas.openxmlformats.org/drawingml/2006/main">
            <a:off x="2964371" y="5774055"/>
            <a:ext cx="7230618"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save_project(final state + report)</a:t>
            </a:r>
          </a:p>
        </p:txBody>
      </p:sp>
      <p:sp>
        <p:nvSpPr>
          <p:cNvPr id="96" name="Diagram connector">
            <a:extLst xmlns:a="http://schemas.openxmlformats.org/drawingml/2006/main">
              <a:ext uri="{FF2B5EF4-FFF2-40B4-BE49-F238E27FC236}">
                <a16:creationId xmlns:a16="http://schemas.microsoft.com/office/drawing/2014/main" id="{2CFDDB34-A26C-43F6-AC6A-0D66F79EEAB0}"/>
              </a:ext>
            </a:extLst>
          </p:cNvPr>
          <p:cNvSpPr>
            <a:spLocks xmlns:a="http://schemas.openxmlformats.org/drawingml/2006/main" noGrp="1"/>
          </p:cNvSpPr>
          <p:nvPr/>
        </p:nvSpPr>
        <p:spPr>
          <a:xfrm xmlns:a="http://schemas.openxmlformats.org/drawingml/2006/main">
            <a:off x="2330768" y="6079236"/>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97" name="Diagram connector">
            <a:extLst xmlns:a="http://schemas.openxmlformats.org/drawingml/2006/main">
              <a:ext uri="{FF2B5EF4-FFF2-40B4-BE49-F238E27FC236}">
                <a16:creationId xmlns:a16="http://schemas.microsoft.com/office/drawing/2014/main" id="{8F841BA0-76F4-424C-81A5-42E7F1049140}"/>
              </a:ext>
            </a:extLst>
          </p:cNvPr>
          <p:cNvSpPr>
            <a:spLocks xmlns:a="http://schemas.openxmlformats.org/drawingml/2006/main" noGrp="1"/>
          </p:cNvSpPr>
          <p:nvPr/>
        </p:nvSpPr>
        <p:spPr>
          <a:xfrm xmlns:a="http://schemas.openxmlformats.org/drawingml/2006/main">
            <a:off x="2330768" y="6041136"/>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98" name="HTTP response with build report">
            <a:extLst xmlns:a="http://schemas.openxmlformats.org/drawingml/2006/main">
              <a:ext uri="{FF2B5EF4-FFF2-40B4-BE49-F238E27FC236}">
                <a16:creationId xmlns:a16="http://schemas.microsoft.com/office/drawing/2014/main" id="{1A5E9E4F-2007-4728-A6C0-F340383E4431}"/>
              </a:ext>
            </a:extLst>
          </p:cNvPr>
          <p:cNvSpPr>
            <a:spLocks xmlns:a="http://schemas.openxmlformats.org/drawingml/2006/main" noGrp="1"/>
          </p:cNvSpPr>
          <p:nvPr/>
        </p:nvSpPr>
        <p:spPr>
          <a:xfrm xmlns:a="http://schemas.openxmlformats.org/drawingml/2006/main">
            <a:off x="1433132" y="5945886"/>
            <a:ext cx="2857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132C43"/>
                </a:solidFill>
                <a:latin typeface="Times New Roman"/>
                <a:ea typeface="Times New Roman"/>
                <a:cs typeface="Times New Roman"/>
              </a:defRPr>
            </a:defPPr>
          </a:lstStyle>
          <a:p xmlns:a="http://schemas.openxmlformats.org/drawingml/2006/main">
            <a:pPr algn="ctr">
              <a:lnSpc>
                <a:spcPct val="104000"/>
              </a:lnSpc>
              <a:buNone/>
              <a:defRPr sz="825" b="0">
                <a:solidFill>
                  <a:srgbClr val="132C43"/>
                </a:solidFill>
                <a:latin typeface="Times New Roman"/>
                <a:ea typeface="Times New Roman"/>
                <a:cs typeface="Times New Roman"/>
              </a:defRPr>
            </a:pPr>
            <a:r>
              <a:rPr sz="825" b="0">
                <a:solidFill>
                  <a:srgbClr val="132C43"/>
                </a:solidFill>
                <a:latin typeface="Times New Roman"/>
                <a:ea typeface="Times New Roman"/>
                <a:cs typeface="Times New Roman"/>
              </a:rPr>
              <a:t>HTTP response with build report</a:t>
            </a:r>
          </a:p>
        </p:txBody>
      </p:sp>
      <p:sp>
        <p:nvSpPr>
          <p:cNvPr id="99" name="rect">
            <a:extLst xmlns:a="http://schemas.openxmlformats.org/drawingml/2006/main">
              <a:ext uri="{FF2B5EF4-FFF2-40B4-BE49-F238E27FC236}">
                <a16:creationId xmlns:a16="http://schemas.microsoft.com/office/drawing/2014/main" id="{2FFB9F72-5885-4B82-90CD-20F42A60ACFE}"/>
              </a:ext>
            </a:extLst>
          </p:cNvPr>
          <p:cNvSpPr>
            <a:spLocks xmlns:a="http://schemas.openxmlformats.org/drawingml/2006/main" noGrp="1"/>
          </p:cNvSpPr>
          <p:nvPr/>
        </p:nvSpPr>
        <p:spPr>
          <a:xfrm xmlns:a="http://schemas.openxmlformats.org/drawingml/2006/main">
            <a:off x="3911918" y="2620899"/>
            <a:ext cx="2500313"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0" name="loop [ready tasks; bounded file generation]">
            <a:extLst xmlns:a="http://schemas.openxmlformats.org/drawingml/2006/main">
              <a:ext uri="{FF2B5EF4-FFF2-40B4-BE49-F238E27FC236}">
                <a16:creationId xmlns:a16="http://schemas.microsoft.com/office/drawing/2014/main" id="{92718A22-CC29-402D-86FF-35F594B5CBE1}"/>
              </a:ext>
            </a:extLst>
          </p:cNvPr>
          <p:cNvSpPr>
            <a:spLocks xmlns:a="http://schemas.openxmlformats.org/drawingml/2006/main" noGrp="1"/>
          </p:cNvSpPr>
          <p:nvPr/>
        </p:nvSpPr>
        <p:spPr>
          <a:xfrm xmlns:a="http://schemas.openxmlformats.org/drawingml/2006/main">
            <a:off x="3940493" y="2620899"/>
            <a:ext cx="244316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loop [ready tasks; bounded file generation]</a:t>
            </a:r>
          </a:p>
        </p:txBody>
      </p:sp>
      <p:sp>
        <p:nvSpPr>
          <p:cNvPr id="101" name="rect">
            <a:extLst xmlns:a="http://schemas.openxmlformats.org/drawingml/2006/main">
              <a:ext uri="{FF2B5EF4-FFF2-40B4-BE49-F238E27FC236}">
                <a16:creationId xmlns:a16="http://schemas.microsoft.com/office/drawing/2014/main" id="{9E071C9A-6D4E-4CCA-B318-D14DACD79EC8}"/>
              </a:ext>
            </a:extLst>
          </p:cNvPr>
          <p:cNvSpPr>
            <a:spLocks xmlns:a="http://schemas.openxmlformats.org/drawingml/2006/main" noGrp="1"/>
          </p:cNvSpPr>
          <p:nvPr/>
        </p:nvSpPr>
        <p:spPr>
          <a:xfrm xmlns:a="http://schemas.openxmlformats.org/drawingml/2006/main">
            <a:off x="3911918" y="3433191"/>
            <a:ext cx="1830705"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2" name="opt [all source tasks complete]">
            <a:extLst xmlns:a="http://schemas.openxmlformats.org/drawingml/2006/main">
              <a:ext uri="{FF2B5EF4-FFF2-40B4-BE49-F238E27FC236}">
                <a16:creationId xmlns:a16="http://schemas.microsoft.com/office/drawing/2014/main" id="{C7059283-3AAB-4A9C-9AD4-0441DF1F12BC}"/>
              </a:ext>
            </a:extLst>
          </p:cNvPr>
          <p:cNvSpPr>
            <a:spLocks xmlns:a="http://schemas.openxmlformats.org/drawingml/2006/main" noGrp="1"/>
          </p:cNvSpPr>
          <p:nvPr/>
        </p:nvSpPr>
        <p:spPr>
          <a:xfrm xmlns:a="http://schemas.openxmlformats.org/drawingml/2006/main">
            <a:off x="3940493" y="3433191"/>
            <a:ext cx="521589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opt [all source tasks complete]</a:t>
            </a:r>
          </a:p>
        </p:txBody>
      </p:sp>
      <p:sp>
        <p:nvSpPr>
          <p:cNvPr id="103" name="rect">
            <a:extLst xmlns:a="http://schemas.openxmlformats.org/drawingml/2006/main">
              <a:ext uri="{FF2B5EF4-FFF2-40B4-BE49-F238E27FC236}">
                <a16:creationId xmlns:a16="http://schemas.microsoft.com/office/drawing/2014/main" id="{017179D8-0625-48B5-AA42-752700C700A3}"/>
              </a:ext>
            </a:extLst>
          </p:cNvPr>
          <p:cNvSpPr>
            <a:spLocks xmlns:a="http://schemas.openxmlformats.org/drawingml/2006/main" noGrp="1"/>
          </p:cNvSpPr>
          <p:nvPr/>
        </p:nvSpPr>
        <p:spPr>
          <a:xfrm xmlns:a="http://schemas.openxmlformats.org/drawingml/2006/main">
            <a:off x="4029075" y="4073652"/>
            <a:ext cx="1358265"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4" name="opt [runtime available]">
            <a:extLst xmlns:a="http://schemas.openxmlformats.org/drawingml/2006/main">
              <a:ext uri="{FF2B5EF4-FFF2-40B4-BE49-F238E27FC236}">
                <a16:creationId xmlns:a16="http://schemas.microsoft.com/office/drawing/2014/main" id="{CB7858ED-FD19-4766-8EE0-296C1DDE7279}"/>
              </a:ext>
            </a:extLst>
          </p:cNvPr>
          <p:cNvSpPr>
            <a:spLocks xmlns:a="http://schemas.openxmlformats.org/drawingml/2006/main" noGrp="1"/>
          </p:cNvSpPr>
          <p:nvPr/>
        </p:nvSpPr>
        <p:spPr>
          <a:xfrm xmlns:a="http://schemas.openxmlformats.org/drawingml/2006/main">
            <a:off x="4057650" y="4073652"/>
            <a:ext cx="509873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opt [runtime available]</a:t>
            </a:r>
          </a:p>
        </p:txBody>
      </p:sp>
      <p:sp>
        <p:nvSpPr>
          <p:cNvPr id="105" name="rect">
            <a:extLst xmlns:a="http://schemas.openxmlformats.org/drawingml/2006/main">
              <a:ext uri="{FF2B5EF4-FFF2-40B4-BE49-F238E27FC236}">
                <a16:creationId xmlns:a16="http://schemas.microsoft.com/office/drawing/2014/main" id="{C4F2A1A9-B6EF-4769-BA78-55FD8067E76B}"/>
              </a:ext>
            </a:extLst>
          </p:cNvPr>
          <p:cNvSpPr>
            <a:spLocks xmlns:a="http://schemas.openxmlformats.org/drawingml/2006/main" noGrp="1"/>
          </p:cNvSpPr>
          <p:nvPr/>
        </p:nvSpPr>
        <p:spPr>
          <a:xfrm xmlns:a="http://schemas.openxmlformats.org/drawingml/2006/main">
            <a:off x="1881188" y="5245227"/>
            <a:ext cx="177165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6" name="alt [all required checks pass]">
            <a:extLst xmlns:a="http://schemas.openxmlformats.org/drawingml/2006/main">
              <a:ext uri="{FF2B5EF4-FFF2-40B4-BE49-F238E27FC236}">
                <a16:creationId xmlns:a16="http://schemas.microsoft.com/office/drawing/2014/main" id="{E2E587EC-8B12-42B7-A4FD-90DD41412492}"/>
              </a:ext>
            </a:extLst>
          </p:cNvPr>
          <p:cNvSpPr>
            <a:spLocks xmlns:a="http://schemas.openxmlformats.org/drawingml/2006/main" noGrp="1"/>
          </p:cNvSpPr>
          <p:nvPr/>
        </p:nvSpPr>
        <p:spPr>
          <a:xfrm xmlns:a="http://schemas.openxmlformats.org/drawingml/2006/main">
            <a:off x="1909763" y="5245227"/>
            <a:ext cx="310705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alt [all required checks pass]</a:t>
            </a:r>
          </a:p>
        </p:txBody>
      </p:sp>
      <p:sp>
        <p:nvSpPr>
          <p:cNvPr id="107" name="[else]">
            <a:extLst xmlns:a="http://schemas.openxmlformats.org/drawingml/2006/main">
              <a:ext uri="{FF2B5EF4-FFF2-40B4-BE49-F238E27FC236}">
                <a16:creationId xmlns:a16="http://schemas.microsoft.com/office/drawing/2014/main" id="{43540D96-123C-4406-8312-1456308C593A}"/>
              </a:ext>
            </a:extLst>
          </p:cNvPr>
          <p:cNvSpPr>
            <a:spLocks xmlns:a="http://schemas.openxmlformats.org/drawingml/2006/main" noGrp="1"/>
          </p:cNvSpPr>
          <p:nvPr/>
        </p:nvSpPr>
        <p:spPr>
          <a:xfrm xmlns:a="http://schemas.openxmlformats.org/drawingml/2006/main">
            <a:off x="1900238" y="5510784"/>
            <a:ext cx="312610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63" b="0">
                <a:solidFill>
                  <a:srgbClr val="132C43"/>
                </a:solidFill>
                <a:latin typeface="Times New Roman"/>
                <a:ea typeface="Times New Roman"/>
                <a:cs typeface="Times New Roman"/>
              </a:defRPr>
            </a:defPPr>
          </a:lstStyle>
          <a:p xmlns:a="http://schemas.openxmlformats.org/drawingml/2006/main">
            <a:pPr algn="l">
              <a:lnSpc>
                <a:spcPct val="104000"/>
              </a:lnSpc>
              <a:buNone/>
              <a:defRPr sz="863" b="0">
                <a:solidFill>
                  <a:srgbClr val="132C43"/>
                </a:solidFill>
                <a:latin typeface="Times New Roman"/>
                <a:ea typeface="Times New Roman"/>
                <a:cs typeface="Times New Roman"/>
              </a:defRPr>
            </a:pPr>
            <a:r>
              <a:rPr sz="863" b="0">
                <a:solidFill>
                  <a:srgbClr val="132C43"/>
                </a:solidFill>
                <a:latin typeface="Times New Roman"/>
                <a:ea typeface="Times New Roman"/>
                <a:cs typeface="Times New Roman"/>
              </a:rPr>
              <a:t>[else]</a:t>
            </a:r>
          </a:p>
        </p:txBody>
      </p:sp>
      <p:sp>
        <p:nvSpPr>
          <p:cNvPr id="108" name="Build HTTP response follows worker completion and final report persist">
            <a:extLst xmlns:a="http://schemas.openxmlformats.org/drawingml/2006/main">
              <a:ext uri="{FF2B5EF4-FFF2-40B4-BE49-F238E27FC236}">
                <a16:creationId xmlns:a16="http://schemas.microsoft.com/office/drawing/2014/main" id="{4864775B-4F91-4143-8DAD-CCE098FE7783}"/>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Build HTTP response follows worker completion and final report persistence.</a:t>
            </a:r>
          </a:p>
        </p:txBody>
      </p:sp>
    </p:spTree>
    <p:extLst>
      <p:ext uri="{BB962C8B-B14F-4D97-AF65-F5344CB8AC3E}">
        <p14:creationId xmlns:p14="http://schemas.microsoft.com/office/powerpoint/2010/main" val="155754291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1 DATABASE TABLES">
            <a:extLst xmlns:a="http://schemas.openxmlformats.org/drawingml/2006/main">
              <a:ext uri="{FF2B5EF4-FFF2-40B4-BE49-F238E27FC236}">
                <a16:creationId xmlns:a16="http://schemas.microsoft.com/office/drawing/2014/main" id="{6C81981E-AD8F-4C9E-99C6-CE065668564A}"/>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DATABASE TABLES</a:t>
            </a:r>
          </a:p>
        </p:txBody>
      </p:sp>
      <p:sp>
        <p:nvSpPr>
          <p:cNvPr id="2" name="ProjectForge snapshots">
            <a:extLst xmlns:a="http://schemas.openxmlformats.org/drawingml/2006/main">
              <a:ext uri="{FF2B5EF4-FFF2-40B4-BE49-F238E27FC236}">
                <a16:creationId xmlns:a16="http://schemas.microsoft.com/office/drawing/2014/main" id="{54A60BBA-9C28-407F-92CD-646C14842A2B}"/>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ProjectForge snapshots</a:t>
            </a:r>
          </a:p>
        </p:txBody>
      </p:sp>
      <p:sp>
        <p:nvSpPr>
          <p:cNvPr id="3" name="PROJECTFORGE AI">
            <a:extLst xmlns:a="http://schemas.openxmlformats.org/drawingml/2006/main">
              <a:ext uri="{FF2B5EF4-FFF2-40B4-BE49-F238E27FC236}">
                <a16:creationId xmlns:a16="http://schemas.microsoft.com/office/drawing/2014/main" id="{929A58B2-E874-4909-AC2E-3E9D6E71789C}"/>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4">
            <a:extLst xmlns:a="http://schemas.openxmlformats.org/drawingml/2006/main">
              <a:ext uri="{FF2B5EF4-FFF2-40B4-BE49-F238E27FC236}">
                <a16:creationId xmlns:a16="http://schemas.microsoft.com/office/drawing/2014/main" id="{F28F3FE5-CADC-47F1-B6D8-811BCE9AEAD9}"/>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24</a:t>
            </a:r>
          </a:p>
        </p:txBody>
      </p:sp>
      <p:sp>
        <p:nvSpPr>
          <p:cNvPr id="5" name="Platform database: SQLite">
            <a:extLst xmlns:a="http://schemas.openxmlformats.org/drawingml/2006/main">
              <a:ext uri="{FF2B5EF4-FFF2-40B4-BE49-F238E27FC236}">
                <a16:creationId xmlns:a16="http://schemas.microsoft.com/office/drawing/2014/main" id="{54920765-F847-4323-8E51-607563FBCD51}"/>
              </a:ext>
            </a:extLst>
          </p:cNvPr>
          <p:cNvSpPr>
            <a:spLocks xmlns:a="http://schemas.openxmlformats.org/drawingml/2006/main" noGrp="1"/>
          </p:cNvSpPr>
          <p:nvPr/>
        </p:nvSpPr>
        <p:spPr>
          <a:xfrm xmlns:a="http://schemas.openxmlformats.org/drawingml/2006/main">
            <a:off x="571500" y="14763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lnSpc>
                <a:spcPct val="104000"/>
              </a:lnSpc>
              <a:buNone/>
              <a:defRPr sz="2175" b="1">
                <a:solidFill>
                  <a:srgbClr val="087E8B"/>
                </a:solidFill>
                <a:latin typeface="Arial"/>
                <a:ea typeface="Arial"/>
                <a:cs typeface="Arial"/>
              </a:defRPr>
            </a:pPr>
            <a:r>
              <a:rPr sz="2175" b="1">
                <a:solidFill>
                  <a:srgbClr val="087E8B"/>
                </a:solidFill>
                <a:latin typeface="Arial"/>
                <a:ea typeface="Arial"/>
                <a:cs typeface="Arial"/>
              </a:rPr>
              <a:t>Platform database: SQLite</a:t>
            </a:r>
          </a:p>
        </p:txBody>
      </p:sp>
      <p:graphicFrame>
        <p:nvGraphicFramePr>
          <p:cNvPr id="6" name="">
            <a:extLst xmlns:a="http://schemas.openxmlformats.org/drawingml/2006/main">
              <a:ext uri="{FF2B5EF4-FFF2-40B4-BE49-F238E27FC236}">
                <a16:creationId xmlns:a16="http://schemas.microsoft.com/office/drawing/2014/main" id="{0E6C7951-5D7B-4B90-A9FE-759C8FB92966}"/>
              </a:ext>
            </a:extLst>
          </p:cNvPr>
          <p:cNvGraphicFramePr/>
          <p:nvPr/>
        </p:nvGraphicFramePr>
        <p:xfrm>
          <a:off xmlns:a="http://schemas.openxmlformats.org/drawingml/2006/main" x="533400" y="2162175"/>
          <a:ext xmlns:a="http://schemas.openxmlformats.org/drawingml/2006/main" cx="11125200" cy="2286000"/>
        </p:xfrm>
        <a:graphic xmlns:a="http://schemas.openxmlformats.org/drawingml/2006/main">
          <a:graphicData uri="http://schemas.openxmlformats.org/drawingml/2006/table">
            <a:tbl>
              <a:tblPr/>
              <a:tblGrid>
                <a:gridCol w="2095500"/>
                <a:gridCol w="1381125"/>
                <a:gridCol w="2238375"/>
                <a:gridCol w="5410200"/>
              </a:tblGrid>
              <a:tr h="762000">
                <a:tc>
                  <a:txBody>
                    <a:bodyPr/>
                    <a:lstStyle/>
                    <a:p>
                      <a:r>
                        <a:rPr sz="1950" b="1">
                          <a:solidFill>
                            <a:srgbClr val="FFFFFF"/>
                          </a:solidFill>
                          <a:latin typeface="Arial"/>
                          <a:ea typeface="Arial"/>
                          <a:cs typeface="Arial"/>
                        </a:rPr>
                        <a:t>Column</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Type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Constraint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Stored information</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762000">
                <a:tc>
                  <a:txBody>
                    <a:bodyPr/>
                    <a:lstStyle/>
                    <a:p>
                      <a:r>
                        <a:rPr sz="1950" b="0">
                          <a:solidFill>
                            <a:srgbClr val="263746"/>
                          </a:solidFill>
                          <a:latin typeface="Arial"/>
                          <a:ea typeface="Arial"/>
                          <a:cs typeface="Arial"/>
                        </a:rPr>
                        <a:t>project_id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Primary key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Unique application-generated project 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62000">
                <a:tc>
                  <a:txBody>
                    <a:bodyPr/>
                    <a:lstStyle/>
                    <a:p>
                      <a:r>
                        <a:rPr sz="1950" b="0">
                          <a:solidFill>
                            <a:srgbClr val="263746"/>
                          </a:solidFill>
                          <a:latin typeface="Arial"/>
                          <a:ea typeface="Arial"/>
                          <a:cs typeface="Arial"/>
                        </a:rPr>
                        <a:t>payload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NOT NULL</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Latest state, context and build specification as JSON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7" name="The platform replaces the current snapshot when project data changes. ">
            <a:extLst xmlns:a="http://schemas.openxmlformats.org/drawingml/2006/main">
              <a:ext uri="{FF2B5EF4-FFF2-40B4-BE49-F238E27FC236}">
                <a16:creationId xmlns:a16="http://schemas.microsoft.com/office/drawing/2014/main" id="{BDB8C113-7A27-4B45-96C8-508EDCB474AA}"/>
              </a:ext>
            </a:extLst>
          </p:cNvPr>
          <p:cNvSpPr>
            <a:spLocks xmlns:a="http://schemas.openxmlformats.org/drawingml/2006/main" noGrp="1"/>
          </p:cNvSpPr>
          <p:nvPr/>
        </p:nvSpPr>
        <p:spPr>
          <a:xfrm xmlns:a="http://schemas.openxmlformats.org/drawingml/2006/main">
            <a:off x="571500" y="495300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63746"/>
                </a:solidFill>
                <a:latin typeface="Arial"/>
                <a:ea typeface="Arial"/>
                <a:cs typeface="Arial"/>
              </a:defRPr>
            </a:defPPr>
          </a:lstStyle>
          <a:p xmlns:a="http://schemas.openxmlformats.org/drawingml/2006/main">
            <a:pPr algn="l">
              <a:lnSpc>
                <a:spcPct val="104000"/>
              </a:lnSpc>
              <a:buNone/>
              <a:defRPr sz="2175" b="0">
                <a:solidFill>
                  <a:srgbClr val="263746"/>
                </a:solidFill>
                <a:latin typeface="Arial"/>
                <a:ea typeface="Arial"/>
                <a:cs typeface="Arial"/>
              </a:defRPr>
            </a:pPr>
            <a:r>
              <a:rPr sz="2175" b="0">
                <a:solidFill>
                  <a:srgbClr val="263746"/>
                </a:solidFill>
                <a:latin typeface="Arial"/>
                <a:ea typeface="Arial"/>
                <a:cs typeface="Arial"/>
              </a:rPr>
              <a:t>The platform replaces the current snapshot when project data changes. Agent outputs remain nested JSON data.</a:t>
            </a:r>
          </a:p>
        </p:txBody>
      </p:sp>
    </p:spTree>
    <p:extLst>
      <p:ext uri="{BB962C8B-B14F-4D97-AF65-F5344CB8AC3E}">
        <p14:creationId xmlns:p14="http://schemas.microsoft.com/office/powerpoint/2010/main" val="6729380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3.1 DATABASE TABLES">
            <a:extLst xmlns:a="http://schemas.openxmlformats.org/drawingml/2006/main">
              <a:ext uri="{FF2B5EF4-FFF2-40B4-BE49-F238E27FC236}">
                <a16:creationId xmlns:a16="http://schemas.microsoft.com/office/drawing/2014/main" id="{B2971900-BE3C-42F9-B969-2532D83D01A3}"/>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DATABASE TABLES</a:t>
            </a:r>
          </a:p>
        </p:txBody>
      </p:sp>
      <p:sp>
        <p:nvSpPr>
          <p:cNvPr id="2" name="ProjectForge history and events">
            <a:extLst xmlns:a="http://schemas.openxmlformats.org/drawingml/2006/main">
              <a:ext uri="{FF2B5EF4-FFF2-40B4-BE49-F238E27FC236}">
                <a16:creationId xmlns:a16="http://schemas.microsoft.com/office/drawing/2014/main" id="{6B78ADA2-14D1-47EA-9AE6-69809DF3FB2C}"/>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ProjectForge history and events</a:t>
            </a:r>
          </a:p>
        </p:txBody>
      </p:sp>
      <p:sp>
        <p:nvSpPr>
          <p:cNvPr id="3" name="PROJECTFORGE AI">
            <a:extLst xmlns:a="http://schemas.openxmlformats.org/drawingml/2006/main">
              <a:ext uri="{FF2B5EF4-FFF2-40B4-BE49-F238E27FC236}">
                <a16:creationId xmlns:a16="http://schemas.microsoft.com/office/drawing/2014/main" id="{9E5D6CEB-C808-44EF-A5EB-7F67B4A9A549}"/>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5">
            <a:extLst xmlns:a="http://schemas.openxmlformats.org/drawingml/2006/main">
              <a:ext uri="{FF2B5EF4-FFF2-40B4-BE49-F238E27FC236}">
                <a16:creationId xmlns:a16="http://schemas.microsoft.com/office/drawing/2014/main" id="{30B0B4AF-5B5A-4239-ADCC-A7F56D686A30}"/>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2C3F8B36-8C33-4EEC-A692-F5A40A3299F7}"/>
              </a:ext>
            </a:extLst>
          </p:cNvPr>
          <p:cNvGraphicFramePr/>
          <p:nvPr/>
        </p:nvGraphicFramePr>
        <p:xfrm>
          <a:off xmlns:a="http://schemas.openxmlformats.org/drawingml/2006/main" x="533400" y="1485900"/>
          <a:ext xmlns:a="http://schemas.openxmlformats.org/drawingml/2006/main" cx="11125200" cy="4095750"/>
        </p:xfrm>
        <a:graphic xmlns:a="http://schemas.openxmlformats.org/drawingml/2006/main">
          <a:graphicData uri="http://schemas.openxmlformats.org/drawingml/2006/table">
            <a:tbl>
              <a:tblPr/>
              <a:tblGrid>
                <a:gridCol w="1666875"/>
                <a:gridCol w="2000250"/>
                <a:gridCol w="3190875"/>
                <a:gridCol w="4267200"/>
              </a:tblGrid>
              <a:tr h="585107">
                <a:tc>
                  <a:txBody>
                    <a:bodyPr/>
                    <a:lstStyle/>
                    <a:p>
                      <a:r>
                        <a:rPr sz="1725" b="1">
                          <a:solidFill>
                            <a:srgbClr val="FFFFFF"/>
                          </a:solidFill>
                          <a:latin typeface="Arial"/>
                          <a:ea typeface="Arial"/>
                          <a:cs typeface="Arial"/>
                        </a:rPr>
                        <a:t>Table</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725" b="1">
                          <a:solidFill>
                            <a:srgbClr val="FFFFFF"/>
                          </a:solidFill>
                          <a:latin typeface="Arial"/>
                          <a:ea typeface="Arial"/>
                          <a:cs typeface="Arial"/>
                        </a:rPr>
                        <a:t>Column</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725" b="1">
                          <a:solidFill>
                            <a:srgbClr val="FFFFFF"/>
                          </a:solidFill>
                          <a:latin typeface="Arial"/>
                          <a:ea typeface="Arial"/>
                          <a:cs typeface="Arial"/>
                        </a:rPr>
                        <a:t>Type / constraint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725" b="1">
                          <a:solidFill>
                            <a:srgbClr val="FFFFFF"/>
                          </a:solidFill>
                          <a:latin typeface="Arial"/>
                          <a:ea typeface="Arial"/>
                          <a:cs typeface="Arial"/>
                        </a:rPr>
                        <a:t>Purpose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85107">
                <a:tc>
                  <a:txBody>
                    <a:bodyPr/>
                    <a:lstStyle/>
                    <a:p>
                      <a:r>
                        <a:rPr sz="1725" b="0">
                          <a:solidFill>
                            <a:srgbClr val="263746"/>
                          </a:solidFill>
                          <a:latin typeface="Arial"/>
                          <a:ea typeface="Arial"/>
                          <a:cs typeface="Arial"/>
                        </a:rPr>
                        <a:t>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INTEGER primary key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Saved-state change identifier</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85107">
                <a:tc>
                  <a:txBody>
                    <a:bodyPr/>
                    <a:lstStyle/>
                    <a:p>
                      <a:r>
                        <a:rPr sz="1725" b="0">
                          <a:solidFill>
                            <a:srgbClr val="263746"/>
                          </a:solidFill>
                          <a:latin typeface="Arial"/>
                          <a:ea typeface="Arial"/>
                          <a:cs typeface="Arial"/>
                        </a:rPr>
                        <a:t>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project_id</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TEXT; nullable</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Associated project</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85107">
                <a:tc>
                  <a:txBody>
                    <a:bodyPr/>
                    <a:lstStyle/>
                    <a:p>
                      <a:r>
                        <a:rPr sz="1725" b="0">
                          <a:solidFill>
                            <a:srgbClr val="263746"/>
                          </a:solidFill>
                          <a:latin typeface="Arial"/>
                          <a:ea typeface="Arial"/>
                          <a:cs typeface="Arial"/>
                        </a:rPr>
                        <a:t>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payload</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TEXT; NOT NULL</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Earlier serialized project snapshot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85107">
                <a:tc>
                  <a:txBody>
                    <a:bodyPr/>
                    <a:lstStyle/>
                    <a:p>
                      <a:r>
                        <a:rPr sz="1725" b="0">
                          <a:solidFill>
                            <a:srgbClr val="263746"/>
                          </a:solidFill>
                          <a:latin typeface="Arial"/>
                          <a:ea typeface="Arial"/>
                          <a:cs typeface="Arial"/>
                        </a:rPr>
                        <a:t>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id</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INTEGER PK; AUTOINCREMENT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Global replay sequence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85107">
                <a:tc>
                  <a:txBody>
                    <a:bodyPr/>
                    <a:lstStyle/>
                    <a:p>
                      <a:r>
                        <a:rPr sz="1725" b="0">
                          <a:solidFill>
                            <a:srgbClr val="263746"/>
                          </a:solidFill>
                          <a:latin typeface="Arial"/>
                          <a:ea typeface="Arial"/>
                          <a:cs typeface="Arial"/>
                        </a:rPr>
                        <a:t>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project_id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TEXT; NOT NULL</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Associated project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85107">
                <a:tc>
                  <a:txBody>
                    <a:bodyPr/>
                    <a:lstStyle/>
                    <a:p>
                      <a:r>
                        <a:rPr sz="1725" b="0">
                          <a:solidFill>
                            <a:srgbClr val="263746"/>
                          </a:solidFill>
                          <a:latin typeface="Arial"/>
                          <a:ea typeface="Arial"/>
                          <a:cs typeface="Arial"/>
                        </a:rPr>
                        <a:t>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payload</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TEXT; NOT NULL</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Serialized execution-event details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6" name="History records changed snapshots; events support ordered activity rep">
            <a:extLst xmlns:a="http://schemas.openxmlformats.org/drawingml/2006/main">
              <a:ext uri="{FF2B5EF4-FFF2-40B4-BE49-F238E27FC236}">
                <a16:creationId xmlns:a16="http://schemas.microsoft.com/office/drawing/2014/main" id="{41D4C2DE-AE6C-451D-A0E2-7348C34332DE}"/>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History records changed snapshots; events support ordered activity replay after reconnection.</a:t>
            </a:r>
          </a:p>
        </p:txBody>
      </p:sp>
    </p:spTree>
    <p:extLst>
      <p:ext uri="{BB962C8B-B14F-4D97-AF65-F5344CB8AC3E}">
        <p14:creationId xmlns:p14="http://schemas.microsoft.com/office/powerpoint/2010/main" val="2976260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1 GENERATED APPLICATION DATABASE">
            <a:extLst xmlns:a="http://schemas.openxmlformats.org/drawingml/2006/main">
              <a:ext uri="{FF2B5EF4-FFF2-40B4-BE49-F238E27FC236}">
                <a16:creationId xmlns:a16="http://schemas.microsoft.com/office/drawing/2014/main" id="{40C5D1E3-0125-4B84-A18E-762BCE7BE01A}"/>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GENERATED APPLICATION DATABASE</a:t>
            </a:r>
          </a:p>
        </p:txBody>
      </p:sp>
      <p:sp>
        <p:nvSpPr>
          <p:cNvPr id="2" name="Generated NoteKeeper notes">
            <a:extLst xmlns:a="http://schemas.openxmlformats.org/drawingml/2006/main">
              <a:ext uri="{FF2B5EF4-FFF2-40B4-BE49-F238E27FC236}">
                <a16:creationId xmlns:a16="http://schemas.microsoft.com/office/drawing/2014/main" id="{168555A4-9F97-4639-883B-10964514DE2B}"/>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Generated NoteKeeper notes</a:t>
            </a:r>
          </a:p>
        </p:txBody>
      </p:sp>
      <p:sp>
        <p:nvSpPr>
          <p:cNvPr id="3" name="PROJECTFORGE AI">
            <a:extLst xmlns:a="http://schemas.openxmlformats.org/drawingml/2006/main">
              <a:ext uri="{FF2B5EF4-FFF2-40B4-BE49-F238E27FC236}">
                <a16:creationId xmlns:a16="http://schemas.microsoft.com/office/drawing/2014/main" id="{23F6DF36-A9CD-4E11-B9EA-189FEC0BFD1F}"/>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6">
            <a:extLst xmlns:a="http://schemas.openxmlformats.org/drawingml/2006/main">
              <a:ext uri="{FF2B5EF4-FFF2-40B4-BE49-F238E27FC236}">
                <a16:creationId xmlns:a16="http://schemas.microsoft.com/office/drawing/2014/main" id="{18E5939D-34F1-4C46-9002-7B517BF5C674}"/>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26</a:t>
            </a:r>
          </a:p>
        </p:txBody>
      </p:sp>
      <p:graphicFrame>
        <p:nvGraphicFramePr>
          <p:cNvPr id="5" name="">
            <a:extLst xmlns:a="http://schemas.openxmlformats.org/drawingml/2006/main">
              <a:ext uri="{FF2B5EF4-FFF2-40B4-BE49-F238E27FC236}">
                <a16:creationId xmlns:a16="http://schemas.microsoft.com/office/drawing/2014/main" id="{1F43AC97-4BB4-467D-9A03-A7D903F23732}"/>
              </a:ext>
            </a:extLst>
          </p:cNvPr>
          <p:cNvGraphicFramePr/>
          <p:nvPr/>
        </p:nvGraphicFramePr>
        <p:xfrm>
          <a:off xmlns:a="http://schemas.openxmlformats.org/drawingml/2006/main" x="533400" y="1485900"/>
          <a:ext xmlns:a="http://schemas.openxmlformats.org/drawingml/2006/main" cx="11125200" cy="2952750"/>
        </p:xfrm>
        <a:graphic xmlns:a="http://schemas.openxmlformats.org/drawingml/2006/main">
          <a:graphicData uri="http://schemas.openxmlformats.org/drawingml/2006/table">
            <a:tbl>
              <a:tblPr/>
              <a:tblGrid>
                <a:gridCol w="1905000"/>
                <a:gridCol w="1428750"/>
                <a:gridCol w="3905250"/>
                <a:gridCol w="3886200"/>
              </a:tblGrid>
              <a:tr h="738188">
                <a:tc>
                  <a:txBody>
                    <a:bodyPr/>
                    <a:lstStyle/>
                    <a:p>
                      <a:r>
                        <a:rPr sz="1950" b="1">
                          <a:solidFill>
                            <a:srgbClr val="FFFFFF"/>
                          </a:solidFill>
                          <a:latin typeface="Arial"/>
                          <a:ea typeface="Arial"/>
                          <a:cs typeface="Arial"/>
                        </a:rPr>
                        <a:t>Column</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Type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Constraint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Purpose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738188">
                <a:tc>
                  <a:txBody>
                    <a:bodyPr/>
                    <a:lstStyle/>
                    <a:p>
                      <a:r>
                        <a:rPr sz="1950" b="0">
                          <a:solidFill>
                            <a:srgbClr val="263746"/>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INTEGER</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Primary key; NOT NULL</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Unique note identifier</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38188">
                <a:tc>
                  <a:txBody>
                    <a:bodyPr/>
                    <a:lstStyle/>
                    <a:p>
                      <a:r>
                        <a:rPr sz="1950" b="0">
                          <a:solidFill>
                            <a:srgbClr val="263746"/>
                          </a:solidFill>
                          <a:latin typeface="Arial"/>
                          <a:ea typeface="Arial"/>
                          <a:cs typeface="Arial"/>
                        </a:rPr>
                        <a:t>title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NOT NULL; default empty string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Note title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738188">
                <a:tc>
                  <a:txBody>
                    <a:bodyPr/>
                    <a:lstStyle/>
                    <a:p>
                      <a:r>
                        <a:rPr sz="1950" b="0">
                          <a:solidFill>
                            <a:srgbClr val="263746"/>
                          </a:solidFill>
                          <a:latin typeface="Arial"/>
                          <a:ea typeface="Arial"/>
                          <a:cs typeface="Arial"/>
                        </a:rPr>
                        <a:t>body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NOT NULL; default empty string</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Note content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
        <p:nvSpPr>
          <p:cNvPr id="6" name="This database belongs to the generated example website. It is separate">
            <a:extLst xmlns:a="http://schemas.openxmlformats.org/drawingml/2006/main">
              <a:ext uri="{FF2B5EF4-FFF2-40B4-BE49-F238E27FC236}">
                <a16:creationId xmlns:a16="http://schemas.microsoft.com/office/drawing/2014/main" id="{495840DE-A799-49FF-A1C8-9B8096CFC770}"/>
              </a:ext>
            </a:extLst>
          </p:cNvPr>
          <p:cNvSpPr>
            <a:spLocks xmlns:a="http://schemas.openxmlformats.org/drawingml/2006/main" noGrp="1"/>
          </p:cNvSpPr>
          <p:nvPr/>
        </p:nvSpPr>
        <p:spPr>
          <a:xfrm xmlns:a="http://schemas.openxmlformats.org/drawingml/2006/main">
            <a:off x="571500" y="49053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63746"/>
                </a:solidFill>
                <a:latin typeface="Arial"/>
                <a:ea typeface="Arial"/>
                <a:cs typeface="Arial"/>
              </a:defRPr>
            </a:defPPr>
          </a:lstStyle>
          <a:p xmlns:a="http://schemas.openxmlformats.org/drawingml/2006/main">
            <a:pPr algn="l">
              <a:lnSpc>
                <a:spcPct val="104000"/>
              </a:lnSpc>
              <a:buNone/>
              <a:defRPr sz="2175" b="0">
                <a:solidFill>
                  <a:srgbClr val="263746"/>
                </a:solidFill>
                <a:latin typeface="Arial"/>
                <a:ea typeface="Arial"/>
                <a:cs typeface="Arial"/>
              </a:defRPr>
            </a:pPr>
            <a:r>
              <a:rPr sz="2175" b="0">
                <a:solidFill>
                  <a:srgbClr val="263746"/>
                </a:solidFill>
                <a:latin typeface="Arial"/>
                <a:ea typeface="Arial"/>
                <a:cs typeface="Arial"/>
              </a:rPr>
              <a:t>This database belongs to the generated example website. It is separate from the platform’s project-state database.</a:t>
            </a:r>
          </a:p>
        </p:txBody>
      </p:sp>
      <p:sp>
        <p:nvSpPr>
          <p:cNvPr id="7" name="NOT NULL rejects NULL values; it does not reject an empty string.">
            <a:extLst xmlns:a="http://schemas.openxmlformats.org/drawingml/2006/main">
              <a:ext uri="{FF2B5EF4-FFF2-40B4-BE49-F238E27FC236}">
                <a16:creationId xmlns:a16="http://schemas.microsoft.com/office/drawing/2014/main" id="{1F5D87E0-8F49-43ED-8AC7-0B08C789233D}"/>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NOT NULL rejects NULL values; it does not reject an empty string.</a:t>
            </a:r>
          </a:p>
        </p:txBody>
      </p:sp>
    </p:spTree>
    <p:extLst>
      <p:ext uri="{BB962C8B-B14F-4D97-AF65-F5344CB8AC3E}">
        <p14:creationId xmlns:p14="http://schemas.microsoft.com/office/powerpoint/2010/main" val="16628415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3.1 INTEGRITY AND STORAGE">
            <a:extLst xmlns:a="http://schemas.openxmlformats.org/drawingml/2006/main">
              <a:ext uri="{FF2B5EF4-FFF2-40B4-BE49-F238E27FC236}">
                <a16:creationId xmlns:a16="http://schemas.microsoft.com/office/drawing/2014/main" id="{164554F2-6114-4421-91E9-F0E38CAF26EF}"/>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INTEGRITY AND STORAGE</a:t>
            </a:r>
          </a:p>
        </p:txBody>
      </p:sp>
      <p:sp>
        <p:nvSpPr>
          <p:cNvPr id="2" name="Database indexes and relationships">
            <a:extLst xmlns:a="http://schemas.openxmlformats.org/drawingml/2006/main">
              <a:ext uri="{FF2B5EF4-FFF2-40B4-BE49-F238E27FC236}">
                <a16:creationId xmlns:a16="http://schemas.microsoft.com/office/drawing/2014/main" id="{E4A40E63-65CA-4CCE-BDEE-9F1CEEA606C9}"/>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Database indexes and relationships</a:t>
            </a:r>
          </a:p>
        </p:txBody>
      </p:sp>
      <p:sp>
        <p:nvSpPr>
          <p:cNvPr id="3" name="PROJECTFORGE AI">
            <a:extLst xmlns:a="http://schemas.openxmlformats.org/drawingml/2006/main">
              <a:ext uri="{FF2B5EF4-FFF2-40B4-BE49-F238E27FC236}">
                <a16:creationId xmlns:a16="http://schemas.microsoft.com/office/drawing/2014/main" id="{920BECC0-06C7-43AB-AEB4-8F02E36E8C33}"/>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7">
            <a:extLst xmlns:a="http://schemas.openxmlformats.org/drawingml/2006/main">
              <a:ext uri="{FF2B5EF4-FFF2-40B4-BE49-F238E27FC236}">
                <a16:creationId xmlns:a16="http://schemas.microsoft.com/office/drawing/2014/main" id="{6B859EBF-E401-419C-A648-606F28545DCE}"/>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27</a:t>
            </a:r>
          </a:p>
        </p:txBody>
      </p:sp>
      <p:graphicFrame>
        <p:nvGraphicFramePr>
          <p:cNvPr id="5" name="">
            <a:extLst xmlns:a="http://schemas.openxmlformats.org/drawingml/2006/main">
              <a:ext uri="{FF2B5EF4-FFF2-40B4-BE49-F238E27FC236}">
                <a16:creationId xmlns:a16="http://schemas.microsoft.com/office/drawing/2014/main" id="{84224DD0-4FC0-458C-BDF9-D9D5D4004AE5}"/>
              </a:ext>
            </a:extLst>
          </p:cNvPr>
          <p:cNvGraphicFramePr/>
          <p:nvPr/>
        </p:nvGraphicFramePr>
        <p:xfrm>
          <a:off xmlns:a="http://schemas.openxmlformats.org/drawingml/2006/main" x="533400" y="1485900"/>
          <a:ext xmlns:a="http://schemas.openxmlformats.org/drawingml/2006/main" cx="11125200" cy="4286250"/>
        </p:xfrm>
        <a:graphic xmlns:a="http://schemas.openxmlformats.org/drawingml/2006/main">
          <a:graphicData uri="http://schemas.openxmlformats.org/drawingml/2006/table">
            <a:tbl>
              <a:tblPr/>
              <a:tblGrid>
                <a:gridCol w="4048125"/>
                <a:gridCol w="7077075"/>
              </a:tblGrid>
              <a:tr h="612321">
                <a:tc>
                  <a:txBody>
                    <a:bodyPr/>
                    <a:lstStyle/>
                    <a:p>
                      <a:r>
                        <a:rPr sz="1800" b="1">
                          <a:solidFill>
                            <a:srgbClr val="FFFFFF"/>
                          </a:solidFill>
                          <a:latin typeface="Arial"/>
                          <a:ea typeface="Arial"/>
                          <a:cs typeface="Arial"/>
                        </a:rPr>
                        <a:t>Index / relationship</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Implementation</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612321">
                <a:tc>
                  <a:txBody>
                    <a:bodyPr/>
                    <a:lstStyle/>
                    <a:p>
                      <a:r>
                        <a:rPr sz="1800" b="0">
                          <a:solidFill>
                            <a:srgbClr val="263746"/>
                          </a:solidFill>
                          <a:latin typeface="Arial"/>
                          <a:ea typeface="Arial"/>
                          <a:cs typeface="Arial"/>
                        </a:rPr>
                        <a:t>snapshots primary-key index</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sqlite_autoindex_snapshots_1 enforces project ID uniqueness.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12321">
                <a:tc>
                  <a:txBody>
                    <a:bodyPr/>
                    <a:lstStyle/>
                    <a:p>
                      <a:r>
                        <a:rPr sz="1800" b="0">
                          <a:solidFill>
                            <a:srgbClr val="263746"/>
                          </a:solidFill>
                          <a:latin typeface="Arial"/>
                          <a:ea typeface="Arial"/>
                          <a:cs typeface="Arial"/>
                        </a:rPr>
                        <a:t>events_project</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Composite index on events(project_id, id) supports event replay.</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12321">
                <a:tc>
                  <a:txBody>
                    <a:bodyPr/>
                    <a:lstStyle/>
                    <a:p>
                      <a:r>
                        <a:rPr sz="1800" b="0">
                          <a:solidFill>
                            <a:srgbClr val="263746"/>
                          </a:solidFill>
                          <a:latin typeface="Arial"/>
                          <a:ea typeface="Arial"/>
                          <a:cs typeface="Arial"/>
                        </a:rPr>
                        <a:t>snapshots to 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Logical one-to-many relationship through project_id.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12321">
                <a:tc>
                  <a:txBody>
                    <a:bodyPr/>
                    <a:lstStyle/>
                    <a:p>
                      <a:r>
                        <a:rPr sz="1800" b="0">
                          <a:solidFill>
                            <a:srgbClr val="263746"/>
                          </a:solidFill>
                          <a:latin typeface="Arial"/>
                          <a:ea typeface="Arial"/>
                          <a:cs typeface="Arial"/>
                        </a:rPr>
                        <a:t>snapshots to 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Logical one-to-many relationship through project_id.</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12321">
                <a:tc>
                  <a:txBody>
                    <a:bodyPr/>
                    <a:lstStyle/>
                    <a:p>
                      <a:r>
                        <a:rPr sz="1800" b="0">
                          <a:solidFill>
                            <a:srgbClr val="263746"/>
                          </a:solidFill>
                          <a:latin typeface="Arial"/>
                          <a:ea typeface="Arial"/>
                          <a:cs typeface="Arial"/>
                        </a:rPr>
                        <a:t>Foreign keys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No declared foreign-key constraints or cascade deletion.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12321">
                <a:tc>
                  <a:txBody>
                    <a:bodyPr/>
                    <a:lstStyle/>
                    <a:p>
                      <a:r>
                        <a:rPr sz="1800" b="0">
                          <a:solidFill>
                            <a:srgbClr val="263746"/>
                          </a:solidFill>
                          <a:latin typeface="Arial"/>
                          <a:ea typeface="Arial"/>
                          <a:cs typeface="Arial"/>
                        </a:rPr>
                        <a:t>Internal table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sqlite_sequence maintains AUTOINCREMENT bookkeeping.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Tree>
    <p:extLst>
      <p:ext uri="{BB962C8B-B14F-4D97-AF65-F5344CB8AC3E}">
        <p14:creationId xmlns:p14="http://schemas.microsoft.com/office/powerpoint/2010/main" val="8282842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2026-10-15T15:42:50.0250000Z</dcterms:created>
  <dcterms:modified xsi:type="dcterms:W3CDTF">2026-10-15T15:42:50.0250000Z</dcterms:modified>
</coreProperties>
</file>